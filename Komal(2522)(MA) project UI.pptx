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Inter Bold" charset="1" panose="02000503000000020004"/>
      <p:regular r:id="rId11"/>
    </p:embeddedFont>
    <p:embeddedFont>
      <p:font typeface="Inter" charset="1" panose="020005030000000200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15" Target="../media/image16.png" Type="http://schemas.openxmlformats.org/officeDocument/2006/relationships/image"/><Relationship Id="rId16" Target="../media/image17.png" Type="http://schemas.openxmlformats.org/officeDocument/2006/relationships/image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17.png" Type="http://schemas.openxmlformats.org/officeDocument/2006/relationships/image"/><Relationship Id="rId2" Target="../media/image4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https://encrypted-tbn0.gstatic.com/images?q=tbn:ANd9GcTHLFkpPf18RJsOs29z0XUXgKBNoNSeGkzjbroOj6vc5w&amp;s=10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6.jpe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18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3161" y="0"/>
            <a:ext cx="17627412" cy="10287000"/>
          </a:xfrm>
          <a:custGeom>
            <a:avLst/>
            <a:gdLst/>
            <a:ahLst/>
            <a:cxnLst/>
            <a:rect r="r" b="b" t="t" l="l"/>
            <a:pathLst>
              <a:path h="10287000" w="17627412">
                <a:moveTo>
                  <a:pt x="0" y="0"/>
                </a:moveTo>
                <a:lnTo>
                  <a:pt x="17627412" y="0"/>
                </a:lnTo>
                <a:lnTo>
                  <a:pt x="176274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79" t="0" r="-227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3161" y="0"/>
            <a:ext cx="1028700" cy="10287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110" y="390837"/>
            <a:ext cx="10613690" cy="9549661"/>
            <a:chOff x="0" y="0"/>
            <a:chExt cx="9729216" cy="875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29216" cy="8753856"/>
            </a:xfrm>
            <a:custGeom>
              <a:avLst/>
              <a:gdLst/>
              <a:ahLst/>
              <a:cxnLst/>
              <a:rect r="r" b="b" t="t" l="l"/>
              <a:pathLst>
                <a:path h="8753856" w="972921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9656064" y="0"/>
                  </a:lnTo>
                  <a:cubicBezTo>
                    <a:pt x="9696450" y="0"/>
                    <a:pt x="9729216" y="32766"/>
                    <a:pt x="9729216" y="73152"/>
                  </a:cubicBezTo>
                  <a:lnTo>
                    <a:pt x="9729216" y="8680704"/>
                  </a:lnTo>
                  <a:cubicBezTo>
                    <a:pt x="9729216" y="8721090"/>
                    <a:pt x="9696450" y="8753856"/>
                    <a:pt x="9656064" y="8753856"/>
                  </a:cubicBezTo>
                  <a:lnTo>
                    <a:pt x="73152" y="8753856"/>
                  </a:lnTo>
                  <a:cubicBezTo>
                    <a:pt x="32766" y="8753856"/>
                    <a:pt x="0" y="8721090"/>
                    <a:pt x="0" y="86807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5364" y="1029254"/>
            <a:ext cx="10613690" cy="5173841"/>
            <a:chOff x="0" y="0"/>
            <a:chExt cx="9729216" cy="4742688"/>
          </a:xfrm>
        </p:grpSpPr>
        <p:sp>
          <p:nvSpPr>
            <p:cNvPr name="Freeform 5" id="5" descr="assets/hero.png"/>
            <p:cNvSpPr/>
            <p:nvPr/>
          </p:nvSpPr>
          <p:spPr>
            <a:xfrm flipH="false" flipV="false" rot="0">
              <a:off x="0" y="0"/>
              <a:ext cx="9729216" cy="4742688"/>
            </a:xfrm>
            <a:custGeom>
              <a:avLst/>
              <a:gdLst/>
              <a:ahLst/>
              <a:cxnLst/>
              <a:rect r="r" b="b" t="t" l="l"/>
              <a:pathLst>
                <a:path h="4742688" w="9729216">
                  <a:moveTo>
                    <a:pt x="0" y="0"/>
                  </a:moveTo>
                  <a:lnTo>
                    <a:pt x="9729216" y="0"/>
                  </a:lnTo>
                  <a:lnTo>
                    <a:pt x="9729216" y="4742688"/>
                  </a:lnTo>
                  <a:lnTo>
                    <a:pt x="0" y="4742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9110" y="390837"/>
            <a:ext cx="10613690" cy="585216"/>
            <a:chOff x="0" y="0"/>
            <a:chExt cx="9729216" cy="5364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29216" cy="536448"/>
            </a:xfrm>
            <a:custGeom>
              <a:avLst/>
              <a:gdLst/>
              <a:ahLst/>
              <a:cxnLst/>
              <a:rect r="r" b="b" t="t" l="l"/>
              <a:pathLst>
                <a:path h="536448" w="9729216">
                  <a:moveTo>
                    <a:pt x="0" y="0"/>
                  </a:moveTo>
                  <a:lnTo>
                    <a:pt x="9729216" y="0"/>
                  </a:lnTo>
                  <a:lnTo>
                    <a:pt x="9729216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63535" y="497240"/>
            <a:ext cx="1862051" cy="372410"/>
            <a:chOff x="0" y="0"/>
            <a:chExt cx="1706880" cy="3413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341376"/>
            </a:xfrm>
            <a:custGeom>
              <a:avLst/>
              <a:gdLst/>
              <a:ahLst/>
              <a:cxnLst/>
              <a:rect r="r" b="b" t="t" l="l"/>
              <a:pathLst>
                <a:path h="341376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706880" cy="341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FoodEase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147241" y="550441"/>
            <a:ext cx="532015" cy="266007"/>
            <a:chOff x="0" y="0"/>
            <a:chExt cx="487680" cy="243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7680" cy="243840"/>
            </a:xfrm>
            <a:custGeom>
              <a:avLst/>
              <a:gdLst/>
              <a:ahLst/>
              <a:cxnLst/>
              <a:rect r="r" b="b" t="t" l="l"/>
              <a:pathLst>
                <a:path h="24384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487680" cy="243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3"/>
                </a:lnSpc>
              </a:pPr>
              <a:r>
                <a:rPr lang="en-US" sz="1361">
                  <a:solidFill>
                    <a:srgbClr val="5A9A50"/>
                  </a:solidFill>
                  <a:latin typeface="Inter"/>
                  <a:ea typeface="Inter"/>
                  <a:cs typeface="Inter"/>
                  <a:sym typeface="Inter"/>
                </a:rPr>
                <a:t>Home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892061" y="550441"/>
            <a:ext cx="665018" cy="266007"/>
            <a:chOff x="0" y="0"/>
            <a:chExt cx="609600" cy="243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" cy="243840"/>
            </a:xfrm>
            <a:custGeom>
              <a:avLst/>
              <a:gdLst/>
              <a:ahLst/>
              <a:cxnLst/>
              <a:rect r="r" b="b" t="t" l="l"/>
              <a:pathLst>
                <a:path h="2438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609600" cy="243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3"/>
                </a:lnSpc>
              </a:pPr>
              <a:r>
                <a:rPr lang="en-US" sz="1361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Deals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956090" y="550441"/>
            <a:ext cx="1263535" cy="266007"/>
            <a:chOff x="0" y="0"/>
            <a:chExt cx="1158240" cy="243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8240" cy="243840"/>
            </a:xfrm>
            <a:custGeom>
              <a:avLst/>
              <a:gdLst/>
              <a:ahLst/>
              <a:cxnLst/>
              <a:rect r="r" b="b" t="t" l="l"/>
              <a:pathLst>
                <a:path h="243840" w="1158240">
                  <a:moveTo>
                    <a:pt x="0" y="0"/>
                  </a:moveTo>
                  <a:lnTo>
                    <a:pt x="1158240" y="0"/>
                  </a:lnTo>
                  <a:lnTo>
                    <a:pt x="1158240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158240" cy="243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3"/>
                </a:lnSpc>
              </a:pPr>
              <a:r>
                <a:rPr lang="en-US" sz="1361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Restaurants  ▾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339328" y="550441"/>
            <a:ext cx="532015" cy="266007"/>
            <a:chOff x="0" y="0"/>
            <a:chExt cx="487680" cy="243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7680" cy="243840"/>
            </a:xfrm>
            <a:custGeom>
              <a:avLst/>
              <a:gdLst/>
              <a:ahLst/>
              <a:cxnLst/>
              <a:rect r="r" b="b" t="t" l="l"/>
              <a:pathLst>
                <a:path h="24384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87680" cy="243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3"/>
                </a:lnSpc>
              </a:pPr>
              <a:r>
                <a:rPr lang="en-US" sz="1361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Log in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04346" y="497240"/>
            <a:ext cx="1077329" cy="359110"/>
            <a:chOff x="0" y="0"/>
            <a:chExt cx="987552" cy="3291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7552" cy="329184"/>
            </a:xfrm>
            <a:custGeom>
              <a:avLst/>
              <a:gdLst/>
              <a:ahLst/>
              <a:cxnLst/>
              <a:rect r="r" b="b" t="t" l="l"/>
              <a:pathLst>
                <a:path h="329184" w="987552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lnTo>
                    <a:pt x="938784" y="0"/>
                  </a:lnTo>
                  <a:cubicBezTo>
                    <a:pt x="965708" y="0"/>
                    <a:pt x="987552" y="21844"/>
                    <a:pt x="987552" y="48768"/>
                  </a:cubicBezTo>
                  <a:lnTo>
                    <a:pt x="987552" y="280416"/>
                  </a:lnTo>
                  <a:cubicBezTo>
                    <a:pt x="987552" y="307340"/>
                    <a:pt x="965708" y="329184"/>
                    <a:pt x="938784" y="329184"/>
                  </a:cubicBezTo>
                  <a:lnTo>
                    <a:pt x="48768" y="329184"/>
                  </a:lnTo>
                  <a:cubicBezTo>
                    <a:pt x="21844" y="329184"/>
                    <a:pt x="0" y="307340"/>
                    <a:pt x="0" y="280416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004346" y="497240"/>
            <a:ext cx="1077329" cy="359110"/>
            <a:chOff x="0" y="0"/>
            <a:chExt cx="987552" cy="3291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87552" cy="329184"/>
            </a:xfrm>
            <a:custGeom>
              <a:avLst/>
              <a:gdLst/>
              <a:ahLst/>
              <a:cxnLst/>
              <a:rect r="r" b="b" t="t" l="l"/>
              <a:pathLst>
                <a:path h="329184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98755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70"/>
                </a:lnSpc>
              </a:pPr>
              <a:r>
                <a:rPr lang="en-US" sz="130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Order Now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005882" y="2332690"/>
            <a:ext cx="5320145" cy="798022"/>
            <a:chOff x="0" y="0"/>
            <a:chExt cx="487680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48768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80"/>
                </a:lnSpc>
              </a:pPr>
              <a:r>
                <a:rPr lang="en-US" sz="4817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FoodEase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872879" y="3223814"/>
            <a:ext cx="5054138" cy="505414"/>
            <a:chOff x="0" y="0"/>
            <a:chExt cx="4632960" cy="4632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32960" cy="463296"/>
            </a:xfrm>
            <a:custGeom>
              <a:avLst/>
              <a:gdLst/>
              <a:ahLst/>
              <a:cxnLst/>
              <a:rect r="r" b="b" t="t" l="l"/>
              <a:pathLst>
                <a:path h="463296" w="4632960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4596384" y="0"/>
                  </a:lnTo>
                  <a:cubicBezTo>
                    <a:pt x="4616577" y="0"/>
                    <a:pt x="4632960" y="16383"/>
                    <a:pt x="4632960" y="36576"/>
                  </a:cubicBezTo>
                  <a:lnTo>
                    <a:pt x="4632960" y="426720"/>
                  </a:lnTo>
                  <a:cubicBezTo>
                    <a:pt x="4632960" y="446913"/>
                    <a:pt x="4616577" y="463296"/>
                    <a:pt x="4596384" y="463296"/>
                  </a:cubicBezTo>
                  <a:lnTo>
                    <a:pt x="36576" y="463296"/>
                  </a:lnTo>
                  <a:cubicBezTo>
                    <a:pt x="16383" y="463296"/>
                    <a:pt x="0" y="446913"/>
                    <a:pt x="0" y="426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045783" y="3277016"/>
            <a:ext cx="4788131" cy="399011"/>
            <a:chOff x="0" y="0"/>
            <a:chExt cx="4389120" cy="3657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89120" cy="365760"/>
            </a:xfrm>
            <a:custGeom>
              <a:avLst/>
              <a:gdLst/>
              <a:ahLst/>
              <a:cxnLst/>
              <a:rect r="r" b="b" t="t" l="l"/>
              <a:pathLst>
                <a:path h="3657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38912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3"/>
                </a:lnSpc>
              </a:pPr>
              <a:r>
                <a:rPr lang="en-US" sz="1361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rPr>
                <a:t>Search biryani, karahi, restaurants...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927017" y="3223814"/>
            <a:ext cx="545315" cy="505414"/>
            <a:chOff x="0" y="0"/>
            <a:chExt cx="499872" cy="4632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9872" cy="463296"/>
            </a:xfrm>
            <a:custGeom>
              <a:avLst/>
              <a:gdLst/>
              <a:ahLst/>
              <a:cxnLst/>
              <a:rect r="r" b="b" t="t" l="l"/>
              <a:pathLst>
                <a:path h="463296" w="49987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463296" y="0"/>
                  </a:lnTo>
                  <a:cubicBezTo>
                    <a:pt x="483489" y="0"/>
                    <a:pt x="499872" y="16383"/>
                    <a:pt x="499872" y="36576"/>
                  </a:cubicBezTo>
                  <a:lnTo>
                    <a:pt x="499872" y="426720"/>
                  </a:lnTo>
                  <a:cubicBezTo>
                    <a:pt x="499872" y="446913"/>
                    <a:pt x="483489" y="463296"/>
                    <a:pt x="463296" y="463296"/>
                  </a:cubicBezTo>
                  <a:lnTo>
                    <a:pt x="36576" y="463296"/>
                  </a:lnTo>
                  <a:cubicBezTo>
                    <a:pt x="16383" y="463296"/>
                    <a:pt x="0" y="446913"/>
                    <a:pt x="0" y="426720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059466" y="3342963"/>
            <a:ext cx="213914" cy="213914"/>
            <a:chOff x="0" y="0"/>
            <a:chExt cx="196088" cy="1960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6088" cy="196088"/>
            </a:xfrm>
            <a:custGeom>
              <a:avLst/>
              <a:gdLst/>
              <a:ahLst/>
              <a:cxnLst/>
              <a:rect r="r" b="b" t="t" l="l"/>
              <a:pathLst>
                <a:path h="196088" w="196088">
                  <a:moveTo>
                    <a:pt x="0" y="98044"/>
                  </a:moveTo>
                  <a:cubicBezTo>
                    <a:pt x="0" y="43942"/>
                    <a:pt x="43942" y="0"/>
                    <a:pt x="98044" y="0"/>
                  </a:cubicBezTo>
                  <a:cubicBezTo>
                    <a:pt x="152146" y="0"/>
                    <a:pt x="196088" y="43942"/>
                    <a:pt x="196088" y="98044"/>
                  </a:cubicBezTo>
                  <a:cubicBezTo>
                    <a:pt x="196088" y="152146"/>
                    <a:pt x="152146" y="196088"/>
                    <a:pt x="98044" y="196088"/>
                  </a:cubicBezTo>
                  <a:cubicBezTo>
                    <a:pt x="43942" y="196088"/>
                    <a:pt x="0" y="152146"/>
                    <a:pt x="0" y="9804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AutoShape 40" id="40"/>
          <p:cNvSpPr/>
          <p:nvPr/>
        </p:nvSpPr>
        <p:spPr>
          <a:xfrm rot="2700000">
            <a:off x="8180749" y="3535819"/>
            <a:ext cx="170854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4761530" y="3955334"/>
            <a:ext cx="1808849" cy="505414"/>
            <a:chOff x="0" y="0"/>
            <a:chExt cx="1658112" cy="4632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58112" cy="463296"/>
            </a:xfrm>
            <a:custGeom>
              <a:avLst/>
              <a:gdLst/>
              <a:ahLst/>
              <a:cxnLst/>
              <a:rect r="r" b="b" t="t" l="l"/>
              <a:pathLst>
                <a:path h="463296" w="1658112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lnTo>
                    <a:pt x="1609344" y="0"/>
                  </a:lnTo>
                  <a:cubicBezTo>
                    <a:pt x="1636268" y="0"/>
                    <a:pt x="1658112" y="21844"/>
                    <a:pt x="1658112" y="48768"/>
                  </a:cubicBezTo>
                  <a:lnTo>
                    <a:pt x="1658112" y="414528"/>
                  </a:lnTo>
                  <a:cubicBezTo>
                    <a:pt x="1658112" y="441452"/>
                    <a:pt x="1636268" y="463296"/>
                    <a:pt x="1609344" y="463296"/>
                  </a:cubicBezTo>
                  <a:lnTo>
                    <a:pt x="48768" y="463296"/>
                  </a:lnTo>
                  <a:cubicBezTo>
                    <a:pt x="21844" y="463296"/>
                    <a:pt x="0" y="441452"/>
                    <a:pt x="0" y="414528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4761530" y="3955334"/>
            <a:ext cx="1808849" cy="505414"/>
            <a:chOff x="0" y="0"/>
            <a:chExt cx="1658112" cy="4632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58112" cy="463296"/>
            </a:xfrm>
            <a:custGeom>
              <a:avLst/>
              <a:gdLst/>
              <a:ahLst/>
              <a:cxnLst/>
              <a:rect r="r" b="b" t="t" l="l"/>
              <a:pathLst>
                <a:path h="463296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35" r="0" b="-1973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658112" cy="463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5"/>
                </a:lnSpc>
              </a:pPr>
              <a:r>
                <a:rPr lang="en-US" sz="157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Order Now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50234" y="6482403"/>
            <a:ext cx="5320145" cy="399011"/>
            <a:chOff x="0" y="0"/>
            <a:chExt cx="4876800" cy="3657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76800" cy="365760"/>
            </a:xfrm>
            <a:custGeom>
              <a:avLst/>
              <a:gdLst/>
              <a:ahLst/>
              <a:cxnLst/>
              <a:rect r="r" b="b" t="t" l="l"/>
              <a:pathLst>
                <a:path h="3657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8768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Featured Categories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76340" y="7107520"/>
            <a:ext cx="1223633" cy="1223633"/>
            <a:chOff x="0" y="0"/>
            <a:chExt cx="1121664" cy="1121664"/>
          </a:xfrm>
        </p:grpSpPr>
        <p:sp>
          <p:nvSpPr>
            <p:cNvPr name="Freeform 50" id="50" descr="assets/cat0.png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90135" y="8410956"/>
            <a:ext cx="1596044" cy="345809"/>
            <a:chOff x="0" y="0"/>
            <a:chExt cx="1463040" cy="3169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63040" cy="316992"/>
            </a:xfrm>
            <a:custGeom>
              <a:avLst/>
              <a:gdLst/>
              <a:ahLst/>
              <a:cxnLst/>
              <a:rect r="r" b="b" t="t" l="l"/>
              <a:pathLst>
                <a:path h="3169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463040" cy="316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36"/>
                </a:lnSpc>
              </a:pPr>
              <a:r>
                <a:rPr lang="en-US" sz="1780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Pizza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245289" y="7107520"/>
            <a:ext cx="1223633" cy="1223633"/>
            <a:chOff x="0" y="0"/>
            <a:chExt cx="1121664" cy="1121664"/>
          </a:xfrm>
        </p:grpSpPr>
        <p:sp>
          <p:nvSpPr>
            <p:cNvPr name="Freeform 55" id="55" descr="assets/cat1.png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3059084" y="8410956"/>
            <a:ext cx="1596044" cy="345809"/>
            <a:chOff x="0" y="0"/>
            <a:chExt cx="1463040" cy="3169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0" cy="316992"/>
            </a:xfrm>
            <a:custGeom>
              <a:avLst/>
              <a:gdLst/>
              <a:ahLst/>
              <a:cxnLst/>
              <a:rect r="r" b="b" t="t" l="l"/>
              <a:pathLst>
                <a:path h="3169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463040" cy="316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36"/>
                </a:lnSpc>
              </a:pPr>
              <a:r>
                <a:rPr lang="en-US" sz="1780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Burgers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000937" y="7107520"/>
            <a:ext cx="1223633" cy="1223633"/>
            <a:chOff x="0" y="0"/>
            <a:chExt cx="1121664" cy="1121664"/>
          </a:xfrm>
        </p:grpSpPr>
        <p:sp>
          <p:nvSpPr>
            <p:cNvPr name="Freeform 60" id="60" descr="assets/cat2.png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814732" y="8410956"/>
            <a:ext cx="1596044" cy="345809"/>
            <a:chOff x="0" y="0"/>
            <a:chExt cx="1463040" cy="3169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63040" cy="316992"/>
            </a:xfrm>
            <a:custGeom>
              <a:avLst/>
              <a:gdLst/>
              <a:ahLst/>
              <a:cxnLst/>
              <a:rect r="r" b="b" t="t" l="l"/>
              <a:pathLst>
                <a:path h="3169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1463040" cy="316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36"/>
                </a:lnSpc>
              </a:pPr>
              <a:r>
                <a:rPr lang="en-US" sz="1780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Sushi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756585" y="7107520"/>
            <a:ext cx="1223633" cy="1223633"/>
            <a:chOff x="0" y="0"/>
            <a:chExt cx="1121664" cy="1121664"/>
          </a:xfrm>
        </p:grpSpPr>
        <p:sp>
          <p:nvSpPr>
            <p:cNvPr name="Freeform 65" id="65" descr="assets/cat3.png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570380" y="8410956"/>
            <a:ext cx="1596044" cy="345809"/>
            <a:chOff x="0" y="0"/>
            <a:chExt cx="1463040" cy="3169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63040" cy="316992"/>
            </a:xfrm>
            <a:custGeom>
              <a:avLst/>
              <a:gdLst/>
              <a:ahLst/>
              <a:cxnLst/>
              <a:rect r="r" b="b" t="t" l="l"/>
              <a:pathLst>
                <a:path h="3169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1463040" cy="316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36"/>
                </a:lnSpc>
              </a:pPr>
              <a:r>
                <a:rPr lang="en-US" sz="1780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Desserts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498932" y="7107520"/>
            <a:ext cx="1223633" cy="1223633"/>
            <a:chOff x="0" y="0"/>
            <a:chExt cx="1121664" cy="1121664"/>
          </a:xfrm>
        </p:grpSpPr>
        <p:sp>
          <p:nvSpPr>
            <p:cNvPr name="Freeform 70" id="70" descr="assets/cat4.png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312727" y="8410956"/>
            <a:ext cx="1596044" cy="345809"/>
            <a:chOff x="0" y="0"/>
            <a:chExt cx="1463040" cy="3169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463040" cy="316992"/>
            </a:xfrm>
            <a:custGeom>
              <a:avLst/>
              <a:gdLst/>
              <a:ahLst/>
              <a:cxnLst/>
              <a:rect r="r" b="b" t="t" l="l"/>
              <a:pathLst>
                <a:path h="3169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1463040" cy="316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36"/>
                </a:lnSpc>
              </a:pPr>
              <a:r>
                <a:rPr lang="en-US" sz="1780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Healthy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379997" y="9109225"/>
            <a:ext cx="119703" cy="119703"/>
            <a:chOff x="0" y="0"/>
            <a:chExt cx="109728" cy="10972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" cy="109728"/>
            </a:xfrm>
            <a:custGeom>
              <a:avLst/>
              <a:gdLst/>
              <a:ahLst/>
              <a:cxnLst/>
              <a:rect r="r" b="b" t="t" l="l"/>
              <a:pathLst>
                <a:path h="109728" w="10972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cubicBezTo>
                    <a:pt x="85217" y="0"/>
                    <a:pt x="109728" y="24511"/>
                    <a:pt x="109728" y="54864"/>
                  </a:cubicBezTo>
                  <a:cubicBezTo>
                    <a:pt x="109728" y="85217"/>
                    <a:pt x="85217" y="109728"/>
                    <a:pt x="54864" y="109728"/>
                  </a:cubicBezTo>
                  <a:cubicBezTo>
                    <a:pt x="24511" y="109728"/>
                    <a:pt x="0" y="85217"/>
                    <a:pt x="0" y="54864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5606103" y="9109225"/>
            <a:ext cx="119703" cy="119703"/>
            <a:chOff x="0" y="0"/>
            <a:chExt cx="109728" cy="10972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" cy="109728"/>
            </a:xfrm>
            <a:custGeom>
              <a:avLst/>
              <a:gdLst/>
              <a:ahLst/>
              <a:cxnLst/>
              <a:rect r="r" b="b" t="t" l="l"/>
              <a:pathLst>
                <a:path h="109728" w="10972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cubicBezTo>
                    <a:pt x="85217" y="0"/>
                    <a:pt x="109728" y="24511"/>
                    <a:pt x="109728" y="54864"/>
                  </a:cubicBezTo>
                  <a:cubicBezTo>
                    <a:pt x="109728" y="85217"/>
                    <a:pt x="85217" y="109728"/>
                    <a:pt x="54864" y="109728"/>
                  </a:cubicBezTo>
                  <a:cubicBezTo>
                    <a:pt x="24511" y="109728"/>
                    <a:pt x="0" y="85217"/>
                    <a:pt x="0" y="54864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5832209" y="9109225"/>
            <a:ext cx="119703" cy="119703"/>
            <a:chOff x="0" y="0"/>
            <a:chExt cx="109728" cy="10972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" cy="109728"/>
            </a:xfrm>
            <a:custGeom>
              <a:avLst/>
              <a:gdLst/>
              <a:ahLst/>
              <a:cxnLst/>
              <a:rect r="r" b="b" t="t" l="l"/>
              <a:pathLst>
                <a:path h="109728" w="10972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cubicBezTo>
                    <a:pt x="85217" y="0"/>
                    <a:pt x="109728" y="24511"/>
                    <a:pt x="109728" y="54864"/>
                  </a:cubicBezTo>
                  <a:cubicBezTo>
                    <a:pt x="109728" y="85217"/>
                    <a:pt x="85217" y="109728"/>
                    <a:pt x="54864" y="109728"/>
                  </a:cubicBezTo>
                  <a:cubicBezTo>
                    <a:pt x="24511" y="109728"/>
                    <a:pt x="0" y="85217"/>
                    <a:pt x="0" y="54864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1405755" y="550441"/>
            <a:ext cx="6503878" cy="9549661"/>
            <a:chOff x="0" y="0"/>
            <a:chExt cx="5961888" cy="875385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961888" cy="8753856"/>
            </a:xfrm>
            <a:custGeom>
              <a:avLst/>
              <a:gdLst/>
              <a:ahLst/>
              <a:cxnLst/>
              <a:rect r="r" b="b" t="t" l="l"/>
              <a:pathLst>
                <a:path h="8753856" w="5961888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5888736" y="0"/>
                  </a:lnTo>
                  <a:cubicBezTo>
                    <a:pt x="5929122" y="0"/>
                    <a:pt x="5961888" y="32766"/>
                    <a:pt x="5961888" y="73152"/>
                  </a:cubicBezTo>
                  <a:lnTo>
                    <a:pt x="5961888" y="8680704"/>
                  </a:lnTo>
                  <a:cubicBezTo>
                    <a:pt x="5961888" y="8721090"/>
                    <a:pt x="5929122" y="8753856"/>
                    <a:pt x="5888736" y="8753856"/>
                  </a:cubicBezTo>
                  <a:lnTo>
                    <a:pt x="73152" y="8753856"/>
                  </a:lnTo>
                  <a:cubicBezTo>
                    <a:pt x="32766" y="8753856"/>
                    <a:pt x="0" y="8721090"/>
                    <a:pt x="0" y="86807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983628" y="537141"/>
            <a:ext cx="3990109" cy="345809"/>
            <a:chOff x="0" y="0"/>
            <a:chExt cx="3657600" cy="31699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657600" cy="316992"/>
            </a:xfrm>
            <a:custGeom>
              <a:avLst/>
              <a:gdLst/>
              <a:ahLst/>
              <a:cxnLst/>
              <a:rect r="r" b="b" t="t" l="l"/>
              <a:pathLst>
                <a:path h="3169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657600" cy="316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885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Featured Categories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983628" y="1015954"/>
            <a:ext cx="877824" cy="877824"/>
            <a:chOff x="0" y="0"/>
            <a:chExt cx="804672" cy="804672"/>
          </a:xfrm>
        </p:grpSpPr>
        <p:sp>
          <p:nvSpPr>
            <p:cNvPr name="Freeform 86" id="86" descr="assets/cat0.png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890525" y="1960280"/>
            <a:ext cx="1064029" cy="239407"/>
            <a:chOff x="0" y="0"/>
            <a:chExt cx="975360" cy="21945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75360" cy="219456"/>
            </a:xfrm>
            <a:custGeom>
              <a:avLst/>
              <a:gdLst/>
              <a:ahLst/>
              <a:cxnLst/>
              <a:rect r="r" b="b" t="t" l="l"/>
              <a:pathLst>
                <a:path h="219456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975360" cy="219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6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Pizza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3114159" y="1015954"/>
            <a:ext cx="877824" cy="877824"/>
            <a:chOff x="0" y="0"/>
            <a:chExt cx="804672" cy="804672"/>
          </a:xfrm>
        </p:grpSpPr>
        <p:sp>
          <p:nvSpPr>
            <p:cNvPr name="Freeform 91" id="91" descr="assets/cat1.png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3021056" y="1960280"/>
            <a:ext cx="1064029" cy="239407"/>
            <a:chOff x="0" y="0"/>
            <a:chExt cx="975360" cy="21945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75360" cy="219456"/>
            </a:xfrm>
            <a:custGeom>
              <a:avLst/>
              <a:gdLst/>
              <a:ahLst/>
              <a:cxnLst/>
              <a:rect r="r" b="b" t="t" l="l"/>
              <a:pathLst>
                <a:path h="219456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975360" cy="219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6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Burgers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4257990" y="1015954"/>
            <a:ext cx="877824" cy="877824"/>
            <a:chOff x="0" y="0"/>
            <a:chExt cx="804672" cy="804672"/>
          </a:xfrm>
        </p:grpSpPr>
        <p:sp>
          <p:nvSpPr>
            <p:cNvPr name="Freeform 96" id="96" descr="assets/cat2.png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4164887" y="1960280"/>
            <a:ext cx="1064029" cy="239407"/>
            <a:chOff x="0" y="0"/>
            <a:chExt cx="975360" cy="21945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75360" cy="219456"/>
            </a:xfrm>
            <a:custGeom>
              <a:avLst/>
              <a:gdLst/>
              <a:ahLst/>
              <a:cxnLst/>
              <a:rect r="r" b="b" t="t" l="l"/>
              <a:pathLst>
                <a:path h="219456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975360" cy="219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6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Sushi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5388521" y="1015954"/>
            <a:ext cx="877824" cy="877824"/>
            <a:chOff x="0" y="0"/>
            <a:chExt cx="804672" cy="804672"/>
          </a:xfrm>
        </p:grpSpPr>
        <p:sp>
          <p:nvSpPr>
            <p:cNvPr name="Freeform 101" id="101" descr="assets/cat3.png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5295418" y="1960280"/>
            <a:ext cx="1064029" cy="239407"/>
            <a:chOff x="0" y="0"/>
            <a:chExt cx="975360" cy="21945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75360" cy="219456"/>
            </a:xfrm>
            <a:custGeom>
              <a:avLst/>
              <a:gdLst/>
              <a:ahLst/>
              <a:cxnLst/>
              <a:rect r="r" b="b" t="t" l="l"/>
              <a:pathLst>
                <a:path h="219456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975360" cy="219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6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Desserts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6519052" y="1015954"/>
            <a:ext cx="877824" cy="877824"/>
            <a:chOff x="0" y="0"/>
            <a:chExt cx="804672" cy="804672"/>
          </a:xfrm>
        </p:grpSpPr>
        <p:sp>
          <p:nvSpPr>
            <p:cNvPr name="Freeform 106" id="106" descr="assets/cat4.png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6425949" y="1960280"/>
            <a:ext cx="1064029" cy="239407"/>
            <a:chOff x="0" y="0"/>
            <a:chExt cx="975360" cy="21945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75360" cy="219456"/>
            </a:xfrm>
            <a:custGeom>
              <a:avLst/>
              <a:gdLst/>
              <a:ahLst/>
              <a:cxnLst/>
              <a:rect r="r" b="b" t="t" l="l"/>
              <a:pathLst>
                <a:path h="219456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975360" cy="219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6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Healthy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983628" y="2439093"/>
            <a:ext cx="3990109" cy="345809"/>
            <a:chOff x="0" y="0"/>
            <a:chExt cx="3657600" cy="31699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657600" cy="316992"/>
            </a:xfrm>
            <a:custGeom>
              <a:avLst/>
              <a:gdLst/>
              <a:ahLst/>
              <a:cxnLst/>
              <a:rect r="r" b="b" t="t" l="l"/>
              <a:pathLst>
                <a:path h="3169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3657600" cy="316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885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Popular Restaurants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983628" y="2931206"/>
            <a:ext cx="1702447" cy="1476340"/>
            <a:chOff x="0" y="0"/>
            <a:chExt cx="1560576" cy="135331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560576" cy="1353312"/>
            </a:xfrm>
            <a:custGeom>
              <a:avLst/>
              <a:gdLst/>
              <a:ahLst/>
              <a:cxnLst/>
              <a:rect r="r" b="b" t="t" l="l"/>
              <a:pathLst>
                <a:path h="1353312" w="1560576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1524000" y="0"/>
                  </a:lnTo>
                  <a:cubicBezTo>
                    <a:pt x="1544193" y="0"/>
                    <a:pt x="1560576" y="16383"/>
                    <a:pt x="1560576" y="36576"/>
                  </a:cubicBezTo>
                  <a:lnTo>
                    <a:pt x="1560576" y="1316736"/>
                  </a:lnTo>
                  <a:cubicBezTo>
                    <a:pt x="1560576" y="1336929"/>
                    <a:pt x="1544193" y="1353312"/>
                    <a:pt x="1524000" y="1353312"/>
                  </a:cubicBezTo>
                  <a:lnTo>
                    <a:pt x="36576" y="1353312"/>
                  </a:lnTo>
                  <a:cubicBezTo>
                    <a:pt x="16383" y="1353312"/>
                    <a:pt x="0" y="1336929"/>
                    <a:pt x="0" y="13167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1983628" y="2931206"/>
            <a:ext cx="1702447" cy="877824"/>
            <a:chOff x="0" y="0"/>
            <a:chExt cx="1560576" cy="80467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560576" cy="804672"/>
            </a:xfrm>
            <a:custGeom>
              <a:avLst/>
              <a:gdLst/>
              <a:ahLst/>
              <a:cxnLst/>
              <a:rect r="r" b="b" t="t" l="l"/>
              <a:pathLst>
                <a:path h="804672" w="1560576">
                  <a:moveTo>
                    <a:pt x="0" y="0"/>
                  </a:moveTo>
                  <a:lnTo>
                    <a:pt x="1560576" y="0"/>
                  </a:lnTo>
                  <a:lnTo>
                    <a:pt x="1560576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8181" r="0" b="-8181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3393466" y="2984408"/>
            <a:ext cx="212806" cy="212806"/>
            <a:chOff x="0" y="0"/>
            <a:chExt cx="195072" cy="19507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3440017" y="3050909"/>
            <a:ext cx="119703" cy="106403"/>
            <a:chOff x="0" y="0"/>
            <a:chExt cx="109728" cy="9753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-400" y="1208"/>
              <a:ext cx="110528" cy="96328"/>
            </a:xfrm>
            <a:custGeom>
              <a:avLst/>
              <a:gdLst/>
              <a:ahLst/>
              <a:cxnLst/>
              <a:rect r="r" b="b" t="t" l="l"/>
              <a:pathLst>
                <a:path h="96328" w="110528">
                  <a:moveTo>
                    <a:pt x="55264" y="23176"/>
                  </a:moveTo>
                  <a:cubicBezTo>
                    <a:pt x="78124" y="-33720"/>
                    <a:pt x="167278" y="23176"/>
                    <a:pt x="55264" y="96328"/>
                  </a:cubicBezTo>
                  <a:cubicBezTo>
                    <a:pt x="-56750" y="23176"/>
                    <a:pt x="32404" y="-33720"/>
                    <a:pt x="55264" y="23176"/>
                  </a:cubicBez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2063430" y="3875532"/>
            <a:ext cx="1569443" cy="159604"/>
            <a:chOff x="0" y="0"/>
            <a:chExt cx="1438656" cy="14630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438656" cy="146304"/>
            </a:xfrm>
            <a:custGeom>
              <a:avLst/>
              <a:gdLst/>
              <a:ahLst/>
              <a:cxnLst/>
              <a:rect r="r" b="b" t="t" l="l"/>
              <a:pathLst>
                <a:path h="146304" w="1438656">
                  <a:moveTo>
                    <a:pt x="0" y="0"/>
                  </a:moveTo>
                  <a:lnTo>
                    <a:pt x="1438656" y="0"/>
                  </a:lnTo>
                  <a:lnTo>
                    <a:pt x="1438656" y="146304"/>
                  </a:lnTo>
                  <a:lnTo>
                    <a:pt x="0" y="1463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02" r="0" b="-141602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1438656" cy="1463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3"/>
                </a:lnSpc>
              </a:pPr>
              <a:r>
                <a:rPr lang="en-US" sz="994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Cheezious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2063430" y="4055087"/>
            <a:ext cx="1064029" cy="146304"/>
            <a:chOff x="0" y="0"/>
            <a:chExt cx="975360" cy="13411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975360" cy="134112"/>
            </a:xfrm>
            <a:custGeom>
              <a:avLst/>
              <a:gdLst/>
              <a:ahLst/>
              <a:cxnLst/>
              <a:rect r="r" b="b" t="t" l="l"/>
              <a:pathLst>
                <a:path h="13411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34112"/>
                  </a:lnTo>
                  <a:lnTo>
                    <a:pt x="0" y="134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975360" cy="134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56"/>
                </a:lnSpc>
              </a:pPr>
              <a:r>
                <a:rPr lang="en-US" sz="1047">
                  <a:solidFill>
                    <a:srgbClr val="F2B01E"/>
                  </a:solidFill>
                  <a:latin typeface="Inter"/>
                  <a:ea typeface="Inter"/>
                  <a:cs typeface="Inter"/>
                  <a:sym typeface="Inter"/>
                </a:rPr>
                <a:t>★★★★</a:t>
              </a:r>
              <a:r>
                <a:rPr lang="en-US" sz="1047">
                  <a:solidFill>
                    <a:srgbClr val="CCCCCC"/>
                  </a:solidFill>
                  <a:latin typeface="Inter"/>
                  <a:ea typeface="Inter"/>
                  <a:cs typeface="Inter"/>
                  <a:sym typeface="Inter"/>
                </a:rPr>
                <a:t>★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2057888" y="4249051"/>
            <a:ext cx="104186" cy="104186"/>
            <a:chOff x="0" y="0"/>
            <a:chExt cx="95504" cy="95504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95504" cy="95504"/>
            </a:xfrm>
            <a:custGeom>
              <a:avLst/>
              <a:gdLst/>
              <a:ahLst/>
              <a:cxnLst/>
              <a:rect r="r" b="b" t="t" l="l"/>
              <a:pathLst>
                <a:path h="95504" w="95504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cubicBezTo>
                    <a:pt x="74168" y="0"/>
                    <a:pt x="95504" y="21336"/>
                    <a:pt x="95504" y="47752"/>
                  </a:cubicBezTo>
                  <a:cubicBezTo>
                    <a:pt x="95504" y="74168"/>
                    <a:pt x="74168" y="95504"/>
                    <a:pt x="47752" y="95504"/>
                  </a:cubicBezTo>
                  <a:cubicBezTo>
                    <a:pt x="21336" y="95504"/>
                    <a:pt x="0" y="74168"/>
                    <a:pt x="0" y="477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9525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12196433" y="4234642"/>
            <a:ext cx="1463040" cy="133004"/>
            <a:chOff x="0" y="0"/>
            <a:chExt cx="1341120" cy="12192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341120" cy="121920"/>
            </a:xfrm>
            <a:custGeom>
              <a:avLst/>
              <a:gdLst/>
              <a:ahLst/>
              <a:cxnLst/>
              <a:rect r="r" b="b" t="t" l="l"/>
              <a:pathLst>
                <a:path h="1219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"/>
                  </a:lnTo>
                  <a:lnTo>
                    <a:pt x="0" y="121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0"/>
              <a:ext cx="1341120" cy="121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5"/>
                </a:lnSpc>
              </a:pPr>
              <a:r>
                <a:rPr lang="en-US" sz="837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Delivery · 30 min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3845679" y="2931206"/>
            <a:ext cx="1702447" cy="1476340"/>
            <a:chOff x="0" y="0"/>
            <a:chExt cx="1560576" cy="1353312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560576" cy="1353312"/>
            </a:xfrm>
            <a:custGeom>
              <a:avLst/>
              <a:gdLst/>
              <a:ahLst/>
              <a:cxnLst/>
              <a:rect r="r" b="b" t="t" l="l"/>
              <a:pathLst>
                <a:path h="1353312" w="1560576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1524000" y="0"/>
                  </a:lnTo>
                  <a:cubicBezTo>
                    <a:pt x="1544193" y="0"/>
                    <a:pt x="1560576" y="16383"/>
                    <a:pt x="1560576" y="36576"/>
                  </a:cubicBezTo>
                  <a:lnTo>
                    <a:pt x="1560576" y="1316736"/>
                  </a:lnTo>
                  <a:cubicBezTo>
                    <a:pt x="1560576" y="1336929"/>
                    <a:pt x="1544193" y="1353312"/>
                    <a:pt x="1524000" y="1353312"/>
                  </a:cubicBezTo>
                  <a:lnTo>
                    <a:pt x="36576" y="1353312"/>
                  </a:lnTo>
                  <a:cubicBezTo>
                    <a:pt x="16383" y="1353312"/>
                    <a:pt x="0" y="1336929"/>
                    <a:pt x="0" y="13167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3845679" y="2931206"/>
            <a:ext cx="1702447" cy="877824"/>
            <a:chOff x="0" y="0"/>
            <a:chExt cx="1560576" cy="80467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560576" cy="804672"/>
            </a:xfrm>
            <a:custGeom>
              <a:avLst/>
              <a:gdLst/>
              <a:ahLst/>
              <a:cxnLst/>
              <a:rect r="r" b="b" t="t" l="l"/>
              <a:pathLst>
                <a:path h="804672" w="1560576">
                  <a:moveTo>
                    <a:pt x="0" y="0"/>
                  </a:moveTo>
                  <a:lnTo>
                    <a:pt x="1560576" y="0"/>
                  </a:lnTo>
                  <a:lnTo>
                    <a:pt x="1560576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985" t="0" r="-1985" b="0"/>
              </a:stretch>
            </a:blip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15255517" y="2984408"/>
            <a:ext cx="212806" cy="212806"/>
            <a:chOff x="0" y="0"/>
            <a:chExt cx="195072" cy="195072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15302068" y="3050909"/>
            <a:ext cx="119703" cy="106403"/>
            <a:chOff x="0" y="0"/>
            <a:chExt cx="109728" cy="9753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-400" y="1208"/>
              <a:ext cx="110528" cy="96328"/>
            </a:xfrm>
            <a:custGeom>
              <a:avLst/>
              <a:gdLst/>
              <a:ahLst/>
              <a:cxnLst/>
              <a:rect r="r" b="b" t="t" l="l"/>
              <a:pathLst>
                <a:path h="96328" w="110528">
                  <a:moveTo>
                    <a:pt x="55264" y="23176"/>
                  </a:moveTo>
                  <a:cubicBezTo>
                    <a:pt x="78124" y="-33720"/>
                    <a:pt x="167278" y="23176"/>
                    <a:pt x="55264" y="96328"/>
                  </a:cubicBezTo>
                  <a:cubicBezTo>
                    <a:pt x="-56750" y="23176"/>
                    <a:pt x="32404" y="-33720"/>
                    <a:pt x="55264" y="23176"/>
                  </a:cubicBez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3925481" y="3875532"/>
            <a:ext cx="1569443" cy="159604"/>
            <a:chOff x="0" y="0"/>
            <a:chExt cx="1438656" cy="14630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438656" cy="146304"/>
            </a:xfrm>
            <a:custGeom>
              <a:avLst/>
              <a:gdLst/>
              <a:ahLst/>
              <a:cxnLst/>
              <a:rect r="r" b="b" t="t" l="l"/>
              <a:pathLst>
                <a:path h="146304" w="1438656">
                  <a:moveTo>
                    <a:pt x="0" y="0"/>
                  </a:moveTo>
                  <a:lnTo>
                    <a:pt x="1438656" y="0"/>
                  </a:lnTo>
                  <a:lnTo>
                    <a:pt x="1438656" y="146304"/>
                  </a:lnTo>
                  <a:lnTo>
                    <a:pt x="0" y="1463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02" r="0" b="-141602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0"/>
              <a:ext cx="1438656" cy="1463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3"/>
                </a:lnSpc>
              </a:pPr>
              <a:r>
                <a:rPr lang="en-US" sz="994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Ginsoy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3925481" y="4055087"/>
            <a:ext cx="1064029" cy="146304"/>
            <a:chOff x="0" y="0"/>
            <a:chExt cx="975360" cy="13411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975360" cy="134112"/>
            </a:xfrm>
            <a:custGeom>
              <a:avLst/>
              <a:gdLst/>
              <a:ahLst/>
              <a:cxnLst/>
              <a:rect r="r" b="b" t="t" l="l"/>
              <a:pathLst>
                <a:path h="13411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34112"/>
                  </a:lnTo>
                  <a:lnTo>
                    <a:pt x="0" y="134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0"/>
              <a:ext cx="975360" cy="134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56"/>
                </a:lnSpc>
              </a:pPr>
              <a:r>
                <a:rPr lang="en-US" sz="1047">
                  <a:solidFill>
                    <a:srgbClr val="F2B01E"/>
                  </a:solidFill>
                  <a:latin typeface="Inter"/>
                  <a:ea typeface="Inter"/>
                  <a:cs typeface="Inter"/>
                  <a:sym typeface="Inter"/>
                </a:rPr>
                <a:t>★★★★</a:t>
              </a:r>
              <a:r>
                <a:rPr lang="en-US" sz="1047">
                  <a:solidFill>
                    <a:srgbClr val="CCCCCC"/>
                  </a:solidFill>
                  <a:latin typeface="Inter"/>
                  <a:ea typeface="Inter"/>
                  <a:cs typeface="Inter"/>
                  <a:sym typeface="Inter"/>
                </a:rPr>
                <a:t>★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3919939" y="4249051"/>
            <a:ext cx="104186" cy="104186"/>
            <a:chOff x="0" y="0"/>
            <a:chExt cx="95504" cy="9550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95504" cy="95504"/>
            </a:xfrm>
            <a:custGeom>
              <a:avLst/>
              <a:gdLst/>
              <a:ahLst/>
              <a:cxnLst/>
              <a:rect r="r" b="b" t="t" l="l"/>
              <a:pathLst>
                <a:path h="95504" w="95504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cubicBezTo>
                    <a:pt x="74168" y="0"/>
                    <a:pt x="95504" y="21336"/>
                    <a:pt x="95504" y="47752"/>
                  </a:cubicBezTo>
                  <a:cubicBezTo>
                    <a:pt x="95504" y="74168"/>
                    <a:pt x="74168" y="95504"/>
                    <a:pt x="47752" y="95504"/>
                  </a:cubicBezTo>
                  <a:cubicBezTo>
                    <a:pt x="21336" y="95504"/>
                    <a:pt x="0" y="74168"/>
                    <a:pt x="0" y="477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9525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148" id="148"/>
          <p:cNvGrpSpPr/>
          <p:nvPr/>
        </p:nvGrpSpPr>
        <p:grpSpPr>
          <a:xfrm rot="0">
            <a:off x="14058484" y="4234642"/>
            <a:ext cx="1463040" cy="133004"/>
            <a:chOff x="0" y="0"/>
            <a:chExt cx="1341120" cy="12192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341120" cy="121920"/>
            </a:xfrm>
            <a:custGeom>
              <a:avLst/>
              <a:gdLst/>
              <a:ahLst/>
              <a:cxnLst/>
              <a:rect r="r" b="b" t="t" l="l"/>
              <a:pathLst>
                <a:path h="1219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"/>
                  </a:lnTo>
                  <a:lnTo>
                    <a:pt x="0" y="121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0"/>
              <a:ext cx="1341120" cy="121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5"/>
                </a:lnSpc>
              </a:pPr>
              <a:r>
                <a:rPr lang="en-US" sz="837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Delivery · 25 min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5707729" y="2931206"/>
            <a:ext cx="1702447" cy="1476340"/>
            <a:chOff x="0" y="0"/>
            <a:chExt cx="1560576" cy="1353312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560576" cy="1353312"/>
            </a:xfrm>
            <a:custGeom>
              <a:avLst/>
              <a:gdLst/>
              <a:ahLst/>
              <a:cxnLst/>
              <a:rect r="r" b="b" t="t" l="l"/>
              <a:pathLst>
                <a:path h="1353312" w="1560576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1524000" y="0"/>
                  </a:lnTo>
                  <a:cubicBezTo>
                    <a:pt x="1544193" y="0"/>
                    <a:pt x="1560576" y="16383"/>
                    <a:pt x="1560576" y="36576"/>
                  </a:cubicBezTo>
                  <a:lnTo>
                    <a:pt x="1560576" y="1316736"/>
                  </a:lnTo>
                  <a:cubicBezTo>
                    <a:pt x="1560576" y="1336929"/>
                    <a:pt x="1544193" y="1353312"/>
                    <a:pt x="1524000" y="1353312"/>
                  </a:cubicBezTo>
                  <a:lnTo>
                    <a:pt x="36576" y="1353312"/>
                  </a:lnTo>
                  <a:cubicBezTo>
                    <a:pt x="16383" y="1353312"/>
                    <a:pt x="0" y="1336929"/>
                    <a:pt x="0" y="13167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5707729" y="2931206"/>
            <a:ext cx="1702447" cy="877824"/>
            <a:chOff x="0" y="0"/>
            <a:chExt cx="1560576" cy="804672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560576" cy="804672"/>
            </a:xfrm>
            <a:custGeom>
              <a:avLst/>
              <a:gdLst/>
              <a:ahLst/>
              <a:cxnLst/>
              <a:rect r="r" b="b" t="t" l="l"/>
              <a:pathLst>
                <a:path h="804672" w="1560576">
                  <a:moveTo>
                    <a:pt x="0" y="0"/>
                  </a:moveTo>
                  <a:lnTo>
                    <a:pt x="1560576" y="0"/>
                  </a:lnTo>
                  <a:lnTo>
                    <a:pt x="1560576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46969" r="0" b="-46969"/>
              </a:stretch>
            </a:blip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7117568" y="2984408"/>
            <a:ext cx="212806" cy="212806"/>
            <a:chOff x="0" y="0"/>
            <a:chExt cx="195072" cy="19507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7164119" y="3050909"/>
            <a:ext cx="119703" cy="106403"/>
            <a:chOff x="0" y="0"/>
            <a:chExt cx="109728" cy="97536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-400" y="1208"/>
              <a:ext cx="110528" cy="96328"/>
            </a:xfrm>
            <a:custGeom>
              <a:avLst/>
              <a:gdLst/>
              <a:ahLst/>
              <a:cxnLst/>
              <a:rect r="r" b="b" t="t" l="l"/>
              <a:pathLst>
                <a:path h="96328" w="110528">
                  <a:moveTo>
                    <a:pt x="55264" y="23176"/>
                  </a:moveTo>
                  <a:cubicBezTo>
                    <a:pt x="78124" y="-33720"/>
                    <a:pt x="167278" y="23176"/>
                    <a:pt x="55264" y="96328"/>
                  </a:cubicBezTo>
                  <a:cubicBezTo>
                    <a:pt x="-56750" y="23176"/>
                    <a:pt x="32404" y="-33720"/>
                    <a:pt x="55264" y="23176"/>
                  </a:cubicBez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5787532" y="3875532"/>
            <a:ext cx="1569443" cy="159604"/>
            <a:chOff x="0" y="0"/>
            <a:chExt cx="1438656" cy="146304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438656" cy="146304"/>
            </a:xfrm>
            <a:custGeom>
              <a:avLst/>
              <a:gdLst/>
              <a:ahLst/>
              <a:cxnLst/>
              <a:rect r="r" b="b" t="t" l="l"/>
              <a:pathLst>
                <a:path h="146304" w="1438656">
                  <a:moveTo>
                    <a:pt x="0" y="0"/>
                  </a:moveTo>
                  <a:lnTo>
                    <a:pt x="1438656" y="0"/>
                  </a:lnTo>
                  <a:lnTo>
                    <a:pt x="1438656" y="146304"/>
                  </a:lnTo>
                  <a:lnTo>
                    <a:pt x="0" y="1463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02" r="0" b="-141602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0"/>
              <a:ext cx="1438656" cy="1463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3"/>
                </a:lnSpc>
              </a:pPr>
              <a:r>
                <a:rPr lang="en-US" sz="994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Bundu Khan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5787532" y="4055087"/>
            <a:ext cx="1064029" cy="146304"/>
            <a:chOff x="0" y="0"/>
            <a:chExt cx="975360" cy="134112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975360" cy="134112"/>
            </a:xfrm>
            <a:custGeom>
              <a:avLst/>
              <a:gdLst/>
              <a:ahLst/>
              <a:cxnLst/>
              <a:rect r="r" b="b" t="t" l="l"/>
              <a:pathLst>
                <a:path h="13411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34112"/>
                  </a:lnTo>
                  <a:lnTo>
                    <a:pt x="0" y="134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0"/>
              <a:ext cx="975360" cy="134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56"/>
                </a:lnSpc>
              </a:pPr>
              <a:r>
                <a:rPr lang="en-US" sz="1047">
                  <a:solidFill>
                    <a:srgbClr val="F2B01E"/>
                  </a:solidFill>
                  <a:latin typeface="Inter"/>
                  <a:ea typeface="Inter"/>
                  <a:cs typeface="Inter"/>
                  <a:sym typeface="Inter"/>
                </a:rPr>
                <a:t>★★★★</a:t>
              </a:r>
              <a:r>
                <a:rPr lang="en-US" sz="1047">
                  <a:solidFill>
                    <a:srgbClr val="CCCCCC"/>
                  </a:solidFill>
                  <a:latin typeface="Inter"/>
                  <a:ea typeface="Inter"/>
                  <a:cs typeface="Inter"/>
                  <a:sym typeface="Inter"/>
                </a:rPr>
                <a:t>★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5781990" y="4249051"/>
            <a:ext cx="104186" cy="104186"/>
            <a:chOff x="0" y="0"/>
            <a:chExt cx="95504" cy="95504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95504" cy="95504"/>
            </a:xfrm>
            <a:custGeom>
              <a:avLst/>
              <a:gdLst/>
              <a:ahLst/>
              <a:cxnLst/>
              <a:rect r="r" b="b" t="t" l="l"/>
              <a:pathLst>
                <a:path h="95504" w="95504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cubicBezTo>
                    <a:pt x="74168" y="0"/>
                    <a:pt x="95504" y="21336"/>
                    <a:pt x="95504" y="47752"/>
                  </a:cubicBezTo>
                  <a:cubicBezTo>
                    <a:pt x="95504" y="74168"/>
                    <a:pt x="74168" y="95504"/>
                    <a:pt x="47752" y="95504"/>
                  </a:cubicBezTo>
                  <a:cubicBezTo>
                    <a:pt x="21336" y="95504"/>
                    <a:pt x="0" y="74168"/>
                    <a:pt x="0" y="477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9525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167" id="167"/>
          <p:cNvGrpSpPr/>
          <p:nvPr/>
        </p:nvGrpSpPr>
        <p:grpSpPr>
          <a:xfrm rot="0">
            <a:off x="15920535" y="4234642"/>
            <a:ext cx="1463040" cy="133004"/>
            <a:chOff x="0" y="0"/>
            <a:chExt cx="1341120" cy="12192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341120" cy="121920"/>
            </a:xfrm>
            <a:custGeom>
              <a:avLst/>
              <a:gdLst/>
              <a:ahLst/>
              <a:cxnLst/>
              <a:rect r="r" b="b" t="t" l="l"/>
              <a:pathLst>
                <a:path h="1219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"/>
                  </a:lnTo>
                  <a:lnTo>
                    <a:pt x="0" y="121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0"/>
              <a:ext cx="1341120" cy="121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5"/>
                </a:lnSpc>
              </a:pPr>
              <a:r>
                <a:rPr lang="en-US" sz="837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Delivery · 35 min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1983628" y="4553851"/>
            <a:ext cx="1702447" cy="1476340"/>
            <a:chOff x="0" y="0"/>
            <a:chExt cx="1560576" cy="1353312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560576" cy="1353312"/>
            </a:xfrm>
            <a:custGeom>
              <a:avLst/>
              <a:gdLst/>
              <a:ahLst/>
              <a:cxnLst/>
              <a:rect r="r" b="b" t="t" l="l"/>
              <a:pathLst>
                <a:path h="1353312" w="1560576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1524000" y="0"/>
                  </a:lnTo>
                  <a:cubicBezTo>
                    <a:pt x="1544193" y="0"/>
                    <a:pt x="1560576" y="16383"/>
                    <a:pt x="1560576" y="36576"/>
                  </a:cubicBezTo>
                  <a:lnTo>
                    <a:pt x="1560576" y="1316736"/>
                  </a:lnTo>
                  <a:cubicBezTo>
                    <a:pt x="1560576" y="1336929"/>
                    <a:pt x="1544193" y="1353312"/>
                    <a:pt x="1524000" y="1353312"/>
                  </a:cubicBezTo>
                  <a:lnTo>
                    <a:pt x="36576" y="1353312"/>
                  </a:lnTo>
                  <a:cubicBezTo>
                    <a:pt x="16383" y="1353312"/>
                    <a:pt x="0" y="1336929"/>
                    <a:pt x="0" y="13167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1983628" y="4553851"/>
            <a:ext cx="1702447" cy="877824"/>
            <a:chOff x="0" y="0"/>
            <a:chExt cx="1560576" cy="804672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1560576" cy="804672"/>
            </a:xfrm>
            <a:custGeom>
              <a:avLst/>
              <a:gdLst/>
              <a:ahLst/>
              <a:cxnLst/>
              <a:rect r="r" b="b" t="t" l="l"/>
              <a:pathLst>
                <a:path h="804672" w="1560576">
                  <a:moveTo>
                    <a:pt x="0" y="0"/>
                  </a:moveTo>
                  <a:lnTo>
                    <a:pt x="1560576" y="0"/>
                  </a:lnTo>
                  <a:lnTo>
                    <a:pt x="1560576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46969" r="0" b="-46969"/>
              </a:stretch>
            </a:blip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393466" y="4607052"/>
            <a:ext cx="212806" cy="212806"/>
            <a:chOff x="0" y="0"/>
            <a:chExt cx="195072" cy="195072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3440017" y="4673554"/>
            <a:ext cx="119703" cy="106403"/>
            <a:chOff x="0" y="0"/>
            <a:chExt cx="109728" cy="97536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-400" y="1208"/>
              <a:ext cx="110528" cy="96328"/>
            </a:xfrm>
            <a:custGeom>
              <a:avLst/>
              <a:gdLst/>
              <a:ahLst/>
              <a:cxnLst/>
              <a:rect r="r" b="b" t="t" l="l"/>
              <a:pathLst>
                <a:path h="96328" w="110528">
                  <a:moveTo>
                    <a:pt x="55264" y="23176"/>
                  </a:moveTo>
                  <a:cubicBezTo>
                    <a:pt x="78124" y="-33720"/>
                    <a:pt x="167278" y="23176"/>
                    <a:pt x="55264" y="96328"/>
                  </a:cubicBezTo>
                  <a:cubicBezTo>
                    <a:pt x="-56750" y="23176"/>
                    <a:pt x="32404" y="-33720"/>
                    <a:pt x="55264" y="23176"/>
                  </a:cubicBez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2063430" y="5498176"/>
            <a:ext cx="1569443" cy="159604"/>
            <a:chOff x="0" y="0"/>
            <a:chExt cx="1438656" cy="146304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1438656" cy="146304"/>
            </a:xfrm>
            <a:custGeom>
              <a:avLst/>
              <a:gdLst/>
              <a:ahLst/>
              <a:cxnLst/>
              <a:rect r="r" b="b" t="t" l="l"/>
              <a:pathLst>
                <a:path h="146304" w="1438656">
                  <a:moveTo>
                    <a:pt x="0" y="0"/>
                  </a:moveTo>
                  <a:lnTo>
                    <a:pt x="1438656" y="0"/>
                  </a:lnTo>
                  <a:lnTo>
                    <a:pt x="1438656" y="146304"/>
                  </a:lnTo>
                  <a:lnTo>
                    <a:pt x="0" y="1463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02" r="0" b="-141602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0"/>
              <a:ext cx="1438656" cy="1463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3"/>
                </a:lnSpc>
              </a:pPr>
              <a:r>
                <a:rPr lang="en-US" sz="994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Savour Foods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12063430" y="5677731"/>
            <a:ext cx="1064029" cy="146304"/>
            <a:chOff x="0" y="0"/>
            <a:chExt cx="975360" cy="134112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975360" cy="134112"/>
            </a:xfrm>
            <a:custGeom>
              <a:avLst/>
              <a:gdLst/>
              <a:ahLst/>
              <a:cxnLst/>
              <a:rect r="r" b="b" t="t" l="l"/>
              <a:pathLst>
                <a:path h="13411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34112"/>
                  </a:lnTo>
                  <a:lnTo>
                    <a:pt x="0" y="134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0"/>
              <a:ext cx="975360" cy="134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56"/>
                </a:lnSpc>
              </a:pPr>
              <a:r>
                <a:rPr lang="en-US" sz="1047">
                  <a:solidFill>
                    <a:srgbClr val="F2B01E"/>
                  </a:solidFill>
                  <a:latin typeface="Inter"/>
                  <a:ea typeface="Inter"/>
                  <a:cs typeface="Inter"/>
                  <a:sym typeface="Inter"/>
                </a:rPr>
                <a:t>★★★★</a:t>
              </a:r>
              <a:r>
                <a:rPr lang="en-US" sz="1047">
                  <a:solidFill>
                    <a:srgbClr val="CCCCCC"/>
                  </a:solidFill>
                  <a:latin typeface="Inter"/>
                  <a:ea typeface="Inter"/>
                  <a:cs typeface="Inter"/>
                  <a:sym typeface="Inter"/>
                </a:rPr>
                <a:t>★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12057888" y="5871695"/>
            <a:ext cx="104186" cy="104186"/>
            <a:chOff x="0" y="0"/>
            <a:chExt cx="95504" cy="95504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95504" cy="95504"/>
            </a:xfrm>
            <a:custGeom>
              <a:avLst/>
              <a:gdLst/>
              <a:ahLst/>
              <a:cxnLst/>
              <a:rect r="r" b="b" t="t" l="l"/>
              <a:pathLst>
                <a:path h="95504" w="95504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cubicBezTo>
                    <a:pt x="74168" y="0"/>
                    <a:pt x="95504" y="21336"/>
                    <a:pt x="95504" y="47752"/>
                  </a:cubicBezTo>
                  <a:cubicBezTo>
                    <a:pt x="95504" y="74168"/>
                    <a:pt x="74168" y="95504"/>
                    <a:pt x="47752" y="95504"/>
                  </a:cubicBezTo>
                  <a:cubicBezTo>
                    <a:pt x="21336" y="95504"/>
                    <a:pt x="0" y="74168"/>
                    <a:pt x="0" y="477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9525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186" id="186"/>
          <p:cNvGrpSpPr/>
          <p:nvPr/>
        </p:nvGrpSpPr>
        <p:grpSpPr>
          <a:xfrm rot="0">
            <a:off x="12196433" y="5857286"/>
            <a:ext cx="1463040" cy="133004"/>
            <a:chOff x="0" y="0"/>
            <a:chExt cx="1341120" cy="121920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1341120" cy="121920"/>
            </a:xfrm>
            <a:custGeom>
              <a:avLst/>
              <a:gdLst/>
              <a:ahLst/>
              <a:cxnLst/>
              <a:rect r="r" b="b" t="t" l="l"/>
              <a:pathLst>
                <a:path h="1219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"/>
                  </a:lnTo>
                  <a:lnTo>
                    <a:pt x="0" y="121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88" id="188"/>
            <p:cNvSpPr txBox="true"/>
            <p:nvPr/>
          </p:nvSpPr>
          <p:spPr>
            <a:xfrm>
              <a:off x="0" y="0"/>
              <a:ext cx="1341120" cy="121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5"/>
                </a:lnSpc>
              </a:pPr>
              <a:r>
                <a:rPr lang="en-US" sz="837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Delivery · 30 min</a:t>
              </a:r>
            </a:p>
          </p:txBody>
        </p:sp>
      </p:grpSp>
      <p:grpSp>
        <p:nvGrpSpPr>
          <p:cNvPr name="Group 189" id="189"/>
          <p:cNvGrpSpPr/>
          <p:nvPr/>
        </p:nvGrpSpPr>
        <p:grpSpPr>
          <a:xfrm rot="0">
            <a:off x="13845679" y="4553851"/>
            <a:ext cx="1702447" cy="1476340"/>
            <a:chOff x="0" y="0"/>
            <a:chExt cx="1560576" cy="1353312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1560576" cy="1353312"/>
            </a:xfrm>
            <a:custGeom>
              <a:avLst/>
              <a:gdLst/>
              <a:ahLst/>
              <a:cxnLst/>
              <a:rect r="r" b="b" t="t" l="l"/>
              <a:pathLst>
                <a:path h="1353312" w="1560576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1524000" y="0"/>
                  </a:lnTo>
                  <a:cubicBezTo>
                    <a:pt x="1544193" y="0"/>
                    <a:pt x="1560576" y="16383"/>
                    <a:pt x="1560576" y="36576"/>
                  </a:cubicBezTo>
                  <a:lnTo>
                    <a:pt x="1560576" y="1316736"/>
                  </a:lnTo>
                  <a:cubicBezTo>
                    <a:pt x="1560576" y="1336929"/>
                    <a:pt x="1544193" y="1353312"/>
                    <a:pt x="1524000" y="1353312"/>
                  </a:cubicBezTo>
                  <a:lnTo>
                    <a:pt x="36576" y="1353312"/>
                  </a:lnTo>
                  <a:cubicBezTo>
                    <a:pt x="16383" y="1353312"/>
                    <a:pt x="0" y="1336929"/>
                    <a:pt x="0" y="13167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3845679" y="4553851"/>
            <a:ext cx="1702447" cy="877824"/>
            <a:chOff x="0" y="0"/>
            <a:chExt cx="1560576" cy="804672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1560576" cy="804672"/>
            </a:xfrm>
            <a:custGeom>
              <a:avLst/>
              <a:gdLst/>
              <a:ahLst/>
              <a:cxnLst/>
              <a:rect r="r" b="b" t="t" l="l"/>
              <a:pathLst>
                <a:path h="804672" w="1560576">
                  <a:moveTo>
                    <a:pt x="0" y="0"/>
                  </a:moveTo>
                  <a:lnTo>
                    <a:pt x="1560576" y="0"/>
                  </a:lnTo>
                  <a:lnTo>
                    <a:pt x="1560576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46969" r="0" b="-46969"/>
              </a:stretch>
            </a:blip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15255517" y="4607052"/>
            <a:ext cx="212806" cy="212806"/>
            <a:chOff x="0" y="0"/>
            <a:chExt cx="195072" cy="195072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grpSp>
        <p:nvGrpSpPr>
          <p:cNvPr name="Group 195" id="195"/>
          <p:cNvGrpSpPr/>
          <p:nvPr/>
        </p:nvGrpSpPr>
        <p:grpSpPr>
          <a:xfrm rot="0">
            <a:off x="15302068" y="4673554"/>
            <a:ext cx="119703" cy="106403"/>
            <a:chOff x="0" y="0"/>
            <a:chExt cx="109728" cy="97536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-400" y="1208"/>
              <a:ext cx="110528" cy="96328"/>
            </a:xfrm>
            <a:custGeom>
              <a:avLst/>
              <a:gdLst/>
              <a:ahLst/>
              <a:cxnLst/>
              <a:rect r="r" b="b" t="t" l="l"/>
              <a:pathLst>
                <a:path h="96328" w="110528">
                  <a:moveTo>
                    <a:pt x="55264" y="23176"/>
                  </a:moveTo>
                  <a:cubicBezTo>
                    <a:pt x="78124" y="-33720"/>
                    <a:pt x="167278" y="23176"/>
                    <a:pt x="55264" y="96328"/>
                  </a:cubicBezTo>
                  <a:cubicBezTo>
                    <a:pt x="-56750" y="23176"/>
                    <a:pt x="32404" y="-33720"/>
                    <a:pt x="55264" y="23176"/>
                  </a:cubicBez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13925481" y="5498176"/>
            <a:ext cx="1569443" cy="159604"/>
            <a:chOff x="0" y="0"/>
            <a:chExt cx="1438656" cy="146304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438656" cy="146304"/>
            </a:xfrm>
            <a:custGeom>
              <a:avLst/>
              <a:gdLst/>
              <a:ahLst/>
              <a:cxnLst/>
              <a:rect r="r" b="b" t="t" l="l"/>
              <a:pathLst>
                <a:path h="146304" w="1438656">
                  <a:moveTo>
                    <a:pt x="0" y="0"/>
                  </a:moveTo>
                  <a:lnTo>
                    <a:pt x="1438656" y="0"/>
                  </a:lnTo>
                  <a:lnTo>
                    <a:pt x="1438656" y="146304"/>
                  </a:lnTo>
                  <a:lnTo>
                    <a:pt x="0" y="1463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02" r="0" b="-141602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1438656" cy="1463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3"/>
                </a:lnSpc>
              </a:pPr>
              <a:r>
                <a:rPr lang="en-US" sz="994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Butt Karahi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3925481" y="5677731"/>
            <a:ext cx="1064029" cy="146304"/>
            <a:chOff x="0" y="0"/>
            <a:chExt cx="975360" cy="134112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975360" cy="134112"/>
            </a:xfrm>
            <a:custGeom>
              <a:avLst/>
              <a:gdLst/>
              <a:ahLst/>
              <a:cxnLst/>
              <a:rect r="r" b="b" t="t" l="l"/>
              <a:pathLst>
                <a:path h="13411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34112"/>
                  </a:lnTo>
                  <a:lnTo>
                    <a:pt x="0" y="134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975360" cy="134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56"/>
                </a:lnSpc>
              </a:pPr>
              <a:r>
                <a:rPr lang="en-US" sz="1047">
                  <a:solidFill>
                    <a:srgbClr val="F2B01E"/>
                  </a:solidFill>
                  <a:latin typeface="Inter"/>
                  <a:ea typeface="Inter"/>
                  <a:cs typeface="Inter"/>
                  <a:sym typeface="Inter"/>
                </a:rPr>
                <a:t>★★★★</a:t>
              </a:r>
              <a:r>
                <a:rPr lang="en-US" sz="1047">
                  <a:solidFill>
                    <a:srgbClr val="CCCCCC"/>
                  </a:solidFill>
                  <a:latin typeface="Inter"/>
                  <a:ea typeface="Inter"/>
                  <a:cs typeface="Inter"/>
                  <a:sym typeface="Inter"/>
                </a:rPr>
                <a:t>★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3919939" y="5871695"/>
            <a:ext cx="104186" cy="104186"/>
            <a:chOff x="0" y="0"/>
            <a:chExt cx="95504" cy="95504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95504" cy="95504"/>
            </a:xfrm>
            <a:custGeom>
              <a:avLst/>
              <a:gdLst/>
              <a:ahLst/>
              <a:cxnLst/>
              <a:rect r="r" b="b" t="t" l="l"/>
              <a:pathLst>
                <a:path h="95504" w="95504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cubicBezTo>
                    <a:pt x="74168" y="0"/>
                    <a:pt x="95504" y="21336"/>
                    <a:pt x="95504" y="47752"/>
                  </a:cubicBezTo>
                  <a:cubicBezTo>
                    <a:pt x="95504" y="74168"/>
                    <a:pt x="74168" y="95504"/>
                    <a:pt x="47752" y="95504"/>
                  </a:cubicBezTo>
                  <a:cubicBezTo>
                    <a:pt x="21336" y="95504"/>
                    <a:pt x="0" y="74168"/>
                    <a:pt x="0" y="477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9525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05" id="205"/>
          <p:cNvGrpSpPr/>
          <p:nvPr/>
        </p:nvGrpSpPr>
        <p:grpSpPr>
          <a:xfrm rot="0">
            <a:off x="14058484" y="5857286"/>
            <a:ext cx="1463040" cy="133004"/>
            <a:chOff x="0" y="0"/>
            <a:chExt cx="1341120" cy="121920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1341120" cy="121920"/>
            </a:xfrm>
            <a:custGeom>
              <a:avLst/>
              <a:gdLst/>
              <a:ahLst/>
              <a:cxnLst/>
              <a:rect r="r" b="b" t="t" l="l"/>
              <a:pathLst>
                <a:path h="1219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"/>
                  </a:lnTo>
                  <a:lnTo>
                    <a:pt x="0" y="121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07" id="207"/>
            <p:cNvSpPr txBox="true"/>
            <p:nvPr/>
          </p:nvSpPr>
          <p:spPr>
            <a:xfrm>
              <a:off x="0" y="0"/>
              <a:ext cx="1341120" cy="121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5"/>
                </a:lnSpc>
              </a:pPr>
              <a:r>
                <a:rPr lang="en-US" sz="837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Delivery · 40 min</a:t>
              </a:r>
            </a:p>
          </p:txBody>
        </p:sp>
      </p:grpSp>
      <p:grpSp>
        <p:nvGrpSpPr>
          <p:cNvPr name="Group 208" id="208"/>
          <p:cNvGrpSpPr/>
          <p:nvPr/>
        </p:nvGrpSpPr>
        <p:grpSpPr>
          <a:xfrm rot="0">
            <a:off x="15707729" y="4553851"/>
            <a:ext cx="1702447" cy="1476340"/>
            <a:chOff x="0" y="0"/>
            <a:chExt cx="1560576" cy="1353312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1560576" cy="1353312"/>
            </a:xfrm>
            <a:custGeom>
              <a:avLst/>
              <a:gdLst/>
              <a:ahLst/>
              <a:cxnLst/>
              <a:rect r="r" b="b" t="t" l="l"/>
              <a:pathLst>
                <a:path h="1353312" w="1560576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1524000" y="0"/>
                  </a:lnTo>
                  <a:cubicBezTo>
                    <a:pt x="1544193" y="0"/>
                    <a:pt x="1560576" y="16383"/>
                    <a:pt x="1560576" y="36576"/>
                  </a:cubicBezTo>
                  <a:lnTo>
                    <a:pt x="1560576" y="1316736"/>
                  </a:lnTo>
                  <a:cubicBezTo>
                    <a:pt x="1560576" y="1336929"/>
                    <a:pt x="1544193" y="1353312"/>
                    <a:pt x="1524000" y="1353312"/>
                  </a:cubicBezTo>
                  <a:lnTo>
                    <a:pt x="36576" y="1353312"/>
                  </a:lnTo>
                  <a:cubicBezTo>
                    <a:pt x="16383" y="1353312"/>
                    <a:pt x="0" y="1336929"/>
                    <a:pt x="0" y="13167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0" id="210"/>
          <p:cNvGrpSpPr/>
          <p:nvPr/>
        </p:nvGrpSpPr>
        <p:grpSpPr>
          <a:xfrm rot="0">
            <a:off x="15707729" y="4553851"/>
            <a:ext cx="1702447" cy="877824"/>
            <a:chOff x="0" y="0"/>
            <a:chExt cx="1560576" cy="804672"/>
          </a:xfrm>
        </p:grpSpPr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1560576" cy="804672"/>
            </a:xfrm>
            <a:custGeom>
              <a:avLst/>
              <a:gdLst/>
              <a:ahLst/>
              <a:cxnLst/>
              <a:rect r="r" b="b" t="t" l="l"/>
              <a:pathLst>
                <a:path h="804672" w="1560576">
                  <a:moveTo>
                    <a:pt x="0" y="0"/>
                  </a:moveTo>
                  <a:lnTo>
                    <a:pt x="1560576" y="0"/>
                  </a:lnTo>
                  <a:lnTo>
                    <a:pt x="1560576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46969" r="0" b="-46969"/>
              </a:stretch>
            </a:blip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17117568" y="4607052"/>
            <a:ext cx="212806" cy="212806"/>
            <a:chOff x="0" y="0"/>
            <a:chExt cx="195072" cy="195072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grpSp>
        <p:nvGrpSpPr>
          <p:cNvPr name="Group 214" id="214"/>
          <p:cNvGrpSpPr/>
          <p:nvPr/>
        </p:nvGrpSpPr>
        <p:grpSpPr>
          <a:xfrm rot="0">
            <a:off x="17164119" y="4673554"/>
            <a:ext cx="119703" cy="106403"/>
            <a:chOff x="0" y="0"/>
            <a:chExt cx="109728" cy="97536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-400" y="1208"/>
              <a:ext cx="110528" cy="96328"/>
            </a:xfrm>
            <a:custGeom>
              <a:avLst/>
              <a:gdLst/>
              <a:ahLst/>
              <a:cxnLst/>
              <a:rect r="r" b="b" t="t" l="l"/>
              <a:pathLst>
                <a:path h="96328" w="110528">
                  <a:moveTo>
                    <a:pt x="55264" y="23176"/>
                  </a:moveTo>
                  <a:cubicBezTo>
                    <a:pt x="78124" y="-33720"/>
                    <a:pt x="167278" y="23176"/>
                    <a:pt x="55264" y="96328"/>
                  </a:cubicBezTo>
                  <a:cubicBezTo>
                    <a:pt x="-56750" y="23176"/>
                    <a:pt x="32404" y="-33720"/>
                    <a:pt x="55264" y="23176"/>
                  </a:cubicBez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216" id="216"/>
          <p:cNvGrpSpPr/>
          <p:nvPr/>
        </p:nvGrpSpPr>
        <p:grpSpPr>
          <a:xfrm rot="0">
            <a:off x="15787532" y="5498176"/>
            <a:ext cx="1569443" cy="159604"/>
            <a:chOff x="0" y="0"/>
            <a:chExt cx="1438656" cy="146304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1438656" cy="146304"/>
            </a:xfrm>
            <a:custGeom>
              <a:avLst/>
              <a:gdLst/>
              <a:ahLst/>
              <a:cxnLst/>
              <a:rect r="r" b="b" t="t" l="l"/>
              <a:pathLst>
                <a:path h="146304" w="1438656">
                  <a:moveTo>
                    <a:pt x="0" y="0"/>
                  </a:moveTo>
                  <a:lnTo>
                    <a:pt x="1438656" y="0"/>
                  </a:lnTo>
                  <a:lnTo>
                    <a:pt x="1438656" y="146304"/>
                  </a:lnTo>
                  <a:lnTo>
                    <a:pt x="0" y="1463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02" r="0" b="-141602"/>
              </a:stretch>
            </a:blipFill>
          </p:spPr>
        </p:sp>
        <p:sp>
          <p:nvSpPr>
            <p:cNvPr name="TextBox 218" id="218"/>
            <p:cNvSpPr txBox="true"/>
            <p:nvPr/>
          </p:nvSpPr>
          <p:spPr>
            <a:xfrm>
              <a:off x="0" y="0"/>
              <a:ext cx="1438656" cy="1463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3"/>
                </a:lnSpc>
              </a:pPr>
              <a:r>
                <a:rPr lang="en-US" sz="994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Karachi Broast</a:t>
              </a:r>
            </a:p>
          </p:txBody>
        </p:sp>
      </p:grpSp>
      <p:grpSp>
        <p:nvGrpSpPr>
          <p:cNvPr name="Group 219" id="219"/>
          <p:cNvGrpSpPr/>
          <p:nvPr/>
        </p:nvGrpSpPr>
        <p:grpSpPr>
          <a:xfrm rot="0">
            <a:off x="15787532" y="5677731"/>
            <a:ext cx="1064029" cy="146304"/>
            <a:chOff x="0" y="0"/>
            <a:chExt cx="975360" cy="134112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975360" cy="134112"/>
            </a:xfrm>
            <a:custGeom>
              <a:avLst/>
              <a:gdLst/>
              <a:ahLst/>
              <a:cxnLst/>
              <a:rect r="r" b="b" t="t" l="l"/>
              <a:pathLst>
                <a:path h="13411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34112"/>
                  </a:lnTo>
                  <a:lnTo>
                    <a:pt x="0" y="134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21" id="221"/>
            <p:cNvSpPr txBox="true"/>
            <p:nvPr/>
          </p:nvSpPr>
          <p:spPr>
            <a:xfrm>
              <a:off x="0" y="0"/>
              <a:ext cx="975360" cy="134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56"/>
                </a:lnSpc>
              </a:pPr>
              <a:r>
                <a:rPr lang="en-US" sz="1047">
                  <a:solidFill>
                    <a:srgbClr val="F2B01E"/>
                  </a:solidFill>
                  <a:latin typeface="Inter"/>
                  <a:ea typeface="Inter"/>
                  <a:cs typeface="Inter"/>
                  <a:sym typeface="Inter"/>
                </a:rPr>
                <a:t>★★★★</a:t>
              </a:r>
              <a:r>
                <a:rPr lang="en-US" sz="1047">
                  <a:solidFill>
                    <a:srgbClr val="CCCCCC"/>
                  </a:solidFill>
                  <a:latin typeface="Inter"/>
                  <a:ea typeface="Inter"/>
                  <a:cs typeface="Inter"/>
                  <a:sym typeface="Inter"/>
                </a:rPr>
                <a:t>★</a:t>
              </a:r>
            </a:p>
          </p:txBody>
        </p:sp>
      </p:grpSp>
      <p:grpSp>
        <p:nvGrpSpPr>
          <p:cNvPr name="Group 222" id="222"/>
          <p:cNvGrpSpPr/>
          <p:nvPr/>
        </p:nvGrpSpPr>
        <p:grpSpPr>
          <a:xfrm rot="0">
            <a:off x="15781990" y="5871695"/>
            <a:ext cx="104186" cy="104186"/>
            <a:chOff x="0" y="0"/>
            <a:chExt cx="95504" cy="95504"/>
          </a:xfrm>
        </p:grpSpPr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95504" cy="95504"/>
            </a:xfrm>
            <a:custGeom>
              <a:avLst/>
              <a:gdLst/>
              <a:ahLst/>
              <a:cxnLst/>
              <a:rect r="r" b="b" t="t" l="l"/>
              <a:pathLst>
                <a:path h="95504" w="95504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cubicBezTo>
                    <a:pt x="74168" y="0"/>
                    <a:pt x="95504" y="21336"/>
                    <a:pt x="95504" y="47752"/>
                  </a:cubicBezTo>
                  <a:cubicBezTo>
                    <a:pt x="95504" y="74168"/>
                    <a:pt x="74168" y="95504"/>
                    <a:pt x="47752" y="95504"/>
                  </a:cubicBezTo>
                  <a:cubicBezTo>
                    <a:pt x="21336" y="95504"/>
                    <a:pt x="0" y="74168"/>
                    <a:pt x="0" y="477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9525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24" id="224"/>
          <p:cNvGrpSpPr/>
          <p:nvPr/>
        </p:nvGrpSpPr>
        <p:grpSpPr>
          <a:xfrm rot="0">
            <a:off x="15920535" y="5857286"/>
            <a:ext cx="1463040" cy="133004"/>
            <a:chOff x="0" y="0"/>
            <a:chExt cx="1341120" cy="121920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1341120" cy="121920"/>
            </a:xfrm>
            <a:custGeom>
              <a:avLst/>
              <a:gdLst/>
              <a:ahLst/>
              <a:cxnLst/>
              <a:rect r="r" b="b" t="t" l="l"/>
              <a:pathLst>
                <a:path h="1219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"/>
                  </a:lnTo>
                  <a:lnTo>
                    <a:pt x="0" y="121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0"/>
              <a:ext cx="1341120" cy="121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5"/>
                </a:lnSpc>
              </a:pPr>
              <a:r>
                <a:rPr lang="en-US" sz="837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Delivery · 25 min</a:t>
              </a:r>
            </a:p>
          </p:txBody>
        </p:sp>
      </p:grpSp>
      <p:grpSp>
        <p:nvGrpSpPr>
          <p:cNvPr name="Group 227" id="227"/>
          <p:cNvGrpSpPr/>
          <p:nvPr/>
        </p:nvGrpSpPr>
        <p:grpSpPr>
          <a:xfrm rot="0">
            <a:off x="11983628" y="6203096"/>
            <a:ext cx="3990109" cy="345809"/>
            <a:chOff x="0" y="0"/>
            <a:chExt cx="3657600" cy="316992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3657600" cy="316992"/>
            </a:xfrm>
            <a:custGeom>
              <a:avLst/>
              <a:gdLst/>
              <a:ahLst/>
              <a:cxnLst/>
              <a:rect r="r" b="b" t="t" l="l"/>
              <a:pathLst>
                <a:path h="3169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229" id="229"/>
            <p:cNvSpPr txBox="true"/>
            <p:nvPr/>
          </p:nvSpPr>
          <p:spPr>
            <a:xfrm>
              <a:off x="0" y="0"/>
              <a:ext cx="3657600" cy="316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885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Special Offers</a:t>
              </a:r>
            </a:p>
          </p:txBody>
        </p:sp>
      </p:grpSp>
      <p:grpSp>
        <p:nvGrpSpPr>
          <p:cNvPr name="Group 230" id="230"/>
          <p:cNvGrpSpPr/>
          <p:nvPr/>
        </p:nvGrpSpPr>
        <p:grpSpPr>
          <a:xfrm rot="0">
            <a:off x="12016879" y="6562205"/>
            <a:ext cx="5413248" cy="1702447"/>
            <a:chOff x="0" y="0"/>
            <a:chExt cx="4962144" cy="1560576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4962144" cy="1560576"/>
            </a:xfrm>
            <a:custGeom>
              <a:avLst/>
              <a:gdLst/>
              <a:ahLst/>
              <a:cxnLst/>
              <a:rect r="r" b="b" t="t" l="l"/>
              <a:pathLst>
                <a:path h="1560576" w="4962144">
                  <a:moveTo>
                    <a:pt x="0" y="75028"/>
                  </a:moveTo>
                  <a:cubicBezTo>
                    <a:pt x="0" y="33606"/>
                    <a:pt x="27305" y="0"/>
                    <a:pt x="60960" y="0"/>
                  </a:cubicBezTo>
                  <a:lnTo>
                    <a:pt x="4901184" y="0"/>
                  </a:lnTo>
                  <a:cubicBezTo>
                    <a:pt x="4934839" y="0"/>
                    <a:pt x="4962144" y="33606"/>
                    <a:pt x="4962144" y="75028"/>
                  </a:cubicBezTo>
                  <a:lnTo>
                    <a:pt x="4962144" y="1485548"/>
                  </a:lnTo>
                  <a:cubicBezTo>
                    <a:pt x="4962144" y="1526970"/>
                    <a:pt x="4934839" y="1560576"/>
                    <a:pt x="4901184" y="1560576"/>
                  </a:cubicBezTo>
                  <a:lnTo>
                    <a:pt x="60960" y="1560576"/>
                  </a:lnTo>
                  <a:cubicBezTo>
                    <a:pt x="27305" y="1560576"/>
                    <a:pt x="0" y="1526970"/>
                    <a:pt x="0" y="1485548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232" id="232"/>
          <p:cNvGrpSpPr/>
          <p:nvPr/>
        </p:nvGrpSpPr>
        <p:grpSpPr>
          <a:xfrm rot="0">
            <a:off x="15375220" y="6628707"/>
            <a:ext cx="2021655" cy="1383238"/>
            <a:chOff x="0" y="0"/>
            <a:chExt cx="1853184" cy="1267968"/>
          </a:xfrm>
        </p:grpSpPr>
        <p:sp>
          <p:nvSpPr>
            <p:cNvPr name="Freeform 233" id="233" descr="assets/offer.png"/>
            <p:cNvSpPr/>
            <p:nvPr/>
          </p:nvSpPr>
          <p:spPr>
            <a:xfrm flipH="false" flipV="false" rot="0">
              <a:off x="0" y="0"/>
              <a:ext cx="185318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853184">
                  <a:moveTo>
                    <a:pt x="0" y="0"/>
                  </a:moveTo>
                  <a:lnTo>
                    <a:pt x="1853184" y="0"/>
                  </a:lnTo>
                  <a:lnTo>
                    <a:pt x="1853184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12196433" y="6735110"/>
            <a:ext cx="2926080" cy="319209"/>
            <a:chOff x="0" y="0"/>
            <a:chExt cx="2682240" cy="292608"/>
          </a:xfrm>
        </p:grpSpPr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2682240" cy="292608"/>
            </a:xfrm>
            <a:custGeom>
              <a:avLst/>
              <a:gdLst/>
              <a:ahLst/>
              <a:cxnLst/>
              <a:rect r="r" b="b" t="t" l="l"/>
              <a:pathLst>
                <a:path h="29260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236" id="236"/>
            <p:cNvSpPr txBox="true"/>
            <p:nvPr/>
          </p:nvSpPr>
          <p:spPr>
            <a:xfrm>
              <a:off x="0" y="-9525"/>
              <a:ext cx="268224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4"/>
                </a:lnSpc>
              </a:pPr>
              <a:r>
                <a:rPr lang="en-US" sz="1937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Get 50% OFF</a:t>
              </a:r>
            </a:p>
          </p:txBody>
        </p:sp>
      </p:grpSp>
      <p:grpSp>
        <p:nvGrpSpPr>
          <p:cNvPr name="Group 237" id="237"/>
          <p:cNvGrpSpPr/>
          <p:nvPr/>
        </p:nvGrpSpPr>
        <p:grpSpPr>
          <a:xfrm rot="0">
            <a:off x="12196433" y="7001117"/>
            <a:ext cx="2926080" cy="319209"/>
            <a:chOff x="0" y="0"/>
            <a:chExt cx="2682240" cy="292608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2682240" cy="292608"/>
            </a:xfrm>
            <a:custGeom>
              <a:avLst/>
              <a:gdLst/>
              <a:ahLst/>
              <a:cxnLst/>
              <a:rect r="r" b="b" t="t" l="l"/>
              <a:pathLst>
                <a:path h="29260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239" id="239"/>
            <p:cNvSpPr txBox="true"/>
            <p:nvPr/>
          </p:nvSpPr>
          <p:spPr>
            <a:xfrm>
              <a:off x="0" y="-9525"/>
              <a:ext cx="268224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4"/>
                </a:lnSpc>
              </a:pPr>
              <a:r>
                <a:rPr lang="en-US" sz="1937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Family Combo</a:t>
              </a:r>
            </a:p>
          </p:txBody>
        </p:sp>
      </p:grpSp>
      <p:grpSp>
        <p:nvGrpSpPr>
          <p:cNvPr name="Group 240" id="240"/>
          <p:cNvGrpSpPr/>
          <p:nvPr/>
        </p:nvGrpSpPr>
        <p:grpSpPr>
          <a:xfrm rot="0">
            <a:off x="12196433" y="7333627"/>
            <a:ext cx="2660073" cy="159604"/>
            <a:chOff x="0" y="0"/>
            <a:chExt cx="2438400" cy="146304"/>
          </a:xfrm>
        </p:grpSpPr>
        <p:sp>
          <p:nvSpPr>
            <p:cNvPr name="Freeform 241" id="241"/>
            <p:cNvSpPr/>
            <p:nvPr/>
          </p:nvSpPr>
          <p:spPr>
            <a:xfrm flipH="false" flipV="false" rot="0">
              <a:off x="0" y="0"/>
              <a:ext cx="24384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46304"/>
                  </a:lnTo>
                  <a:lnTo>
                    <a:pt x="0" y="1463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42" id="242"/>
            <p:cNvSpPr txBox="true"/>
            <p:nvPr/>
          </p:nvSpPr>
          <p:spPr>
            <a:xfrm>
              <a:off x="0" y="0"/>
              <a:ext cx="2438400" cy="1463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3"/>
                </a:lnSpc>
              </a:pPr>
              <a:r>
                <a:rPr lang="en-US" sz="99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Discount code: FOODEASE50</a:t>
              </a:r>
            </a:p>
          </p:txBody>
        </p:sp>
      </p:grpSp>
      <p:grpSp>
        <p:nvGrpSpPr>
          <p:cNvPr name="Group 243" id="243"/>
          <p:cNvGrpSpPr/>
          <p:nvPr/>
        </p:nvGrpSpPr>
        <p:grpSpPr>
          <a:xfrm rot="0">
            <a:off x="12196433" y="7612934"/>
            <a:ext cx="970927" cy="266007"/>
            <a:chOff x="0" y="0"/>
            <a:chExt cx="890016" cy="243840"/>
          </a:xfrm>
        </p:grpSpPr>
        <p:sp>
          <p:nvSpPr>
            <p:cNvPr name="Freeform 244" id="244"/>
            <p:cNvSpPr/>
            <p:nvPr/>
          </p:nvSpPr>
          <p:spPr>
            <a:xfrm flipH="false" flipV="false" rot="0">
              <a:off x="0" y="0"/>
              <a:ext cx="890016" cy="243840"/>
            </a:xfrm>
            <a:custGeom>
              <a:avLst/>
              <a:gdLst/>
              <a:ahLst/>
              <a:cxnLst/>
              <a:rect r="r" b="b" t="t" l="l"/>
              <a:pathLst>
                <a:path h="243840" w="890016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853440" y="0"/>
                  </a:lnTo>
                  <a:cubicBezTo>
                    <a:pt x="873633" y="0"/>
                    <a:pt x="890016" y="16383"/>
                    <a:pt x="890016" y="36576"/>
                  </a:cubicBezTo>
                  <a:lnTo>
                    <a:pt x="890016" y="207264"/>
                  </a:lnTo>
                  <a:cubicBezTo>
                    <a:pt x="890016" y="227457"/>
                    <a:pt x="873633" y="243840"/>
                    <a:pt x="853440" y="243840"/>
                  </a:cubicBezTo>
                  <a:lnTo>
                    <a:pt x="36576" y="243840"/>
                  </a:lnTo>
                  <a:cubicBezTo>
                    <a:pt x="16383" y="243840"/>
                    <a:pt x="0" y="227457"/>
                    <a:pt x="0" y="20726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5" id="245"/>
          <p:cNvGrpSpPr/>
          <p:nvPr/>
        </p:nvGrpSpPr>
        <p:grpSpPr>
          <a:xfrm rot="0">
            <a:off x="12196433" y="7612934"/>
            <a:ext cx="970927" cy="266007"/>
            <a:chOff x="0" y="0"/>
            <a:chExt cx="890016" cy="243840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890016" cy="243840"/>
            </a:xfrm>
            <a:custGeom>
              <a:avLst/>
              <a:gdLst/>
              <a:ahLst/>
              <a:cxnLst/>
              <a:rect r="r" b="b" t="t" l="l"/>
              <a:pathLst>
                <a:path h="243840" w="890016">
                  <a:moveTo>
                    <a:pt x="0" y="0"/>
                  </a:moveTo>
                  <a:lnTo>
                    <a:pt x="890016" y="0"/>
                  </a:lnTo>
                  <a:lnTo>
                    <a:pt x="890016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20" r="0" b="-21120"/>
              </a:stretch>
            </a:blipFill>
          </p:spPr>
        </p:sp>
        <p:sp>
          <p:nvSpPr>
            <p:cNvPr name="TextBox 247" id="247"/>
            <p:cNvSpPr txBox="true"/>
            <p:nvPr/>
          </p:nvSpPr>
          <p:spPr>
            <a:xfrm>
              <a:off x="0" y="0"/>
              <a:ext cx="890016" cy="243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56"/>
                </a:lnSpc>
              </a:pPr>
              <a:r>
                <a:rPr lang="en-US" sz="1047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Order Now</a:t>
              </a:r>
            </a:p>
          </p:txBody>
        </p:sp>
      </p:grpSp>
      <p:grpSp>
        <p:nvGrpSpPr>
          <p:cNvPr name="Group 248" id="248"/>
          <p:cNvGrpSpPr/>
          <p:nvPr/>
        </p:nvGrpSpPr>
        <p:grpSpPr>
          <a:xfrm rot="0">
            <a:off x="14869807" y="7041019"/>
            <a:ext cx="532015" cy="532015"/>
            <a:chOff x="0" y="0"/>
            <a:chExt cx="487680" cy="487680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lnTo>
                    <a:pt x="67183" y="196469"/>
                  </a:lnTo>
                  <a:lnTo>
                    <a:pt x="32639" y="121920"/>
                  </a:lnTo>
                  <a:lnTo>
                    <a:pt x="114554" y="114554"/>
                  </a:lnTo>
                  <a:lnTo>
                    <a:pt x="121920" y="32639"/>
                  </a:lnTo>
                  <a:lnTo>
                    <a:pt x="196469" y="67183"/>
                  </a:lnTo>
                  <a:lnTo>
                    <a:pt x="243840" y="0"/>
                  </a:lnTo>
                  <a:lnTo>
                    <a:pt x="291211" y="67183"/>
                  </a:lnTo>
                  <a:lnTo>
                    <a:pt x="365760" y="32639"/>
                  </a:lnTo>
                  <a:lnTo>
                    <a:pt x="373126" y="114554"/>
                  </a:lnTo>
                  <a:lnTo>
                    <a:pt x="455041" y="121920"/>
                  </a:lnTo>
                  <a:lnTo>
                    <a:pt x="420497" y="196469"/>
                  </a:lnTo>
                  <a:lnTo>
                    <a:pt x="487680" y="243840"/>
                  </a:lnTo>
                  <a:lnTo>
                    <a:pt x="420497" y="291211"/>
                  </a:lnTo>
                  <a:lnTo>
                    <a:pt x="455041" y="365760"/>
                  </a:lnTo>
                  <a:lnTo>
                    <a:pt x="373126" y="373126"/>
                  </a:lnTo>
                  <a:lnTo>
                    <a:pt x="365760" y="455041"/>
                  </a:lnTo>
                  <a:lnTo>
                    <a:pt x="291211" y="420497"/>
                  </a:lnTo>
                  <a:lnTo>
                    <a:pt x="243840" y="487680"/>
                  </a:lnTo>
                  <a:lnTo>
                    <a:pt x="196469" y="420497"/>
                  </a:lnTo>
                  <a:lnTo>
                    <a:pt x="121920" y="455041"/>
                  </a:lnTo>
                  <a:lnTo>
                    <a:pt x="114554" y="373126"/>
                  </a:lnTo>
                  <a:lnTo>
                    <a:pt x="32639" y="365760"/>
                  </a:lnTo>
                  <a:lnTo>
                    <a:pt x="67183" y="291211"/>
                  </a:lnTo>
                  <a:close/>
                </a:path>
              </a:pathLst>
            </a:custGeom>
            <a:solidFill>
              <a:srgbClr val="F5C03A"/>
            </a:solidFill>
          </p:spPr>
        </p:sp>
      </p:grpSp>
      <p:grpSp>
        <p:nvGrpSpPr>
          <p:cNvPr name="Group 250" id="250"/>
          <p:cNvGrpSpPr/>
          <p:nvPr/>
        </p:nvGrpSpPr>
        <p:grpSpPr>
          <a:xfrm rot="0">
            <a:off x="14869807" y="7107520"/>
            <a:ext cx="532015" cy="399011"/>
            <a:chOff x="0" y="0"/>
            <a:chExt cx="487680" cy="365760"/>
          </a:xfrm>
        </p:grpSpPr>
        <p:sp>
          <p:nvSpPr>
            <p:cNvPr name="Freeform 251" id="251"/>
            <p:cNvSpPr/>
            <p:nvPr/>
          </p:nvSpPr>
          <p:spPr>
            <a:xfrm flipH="false" flipV="false" rot="0">
              <a:off x="0" y="0"/>
              <a:ext cx="487680" cy="365760"/>
            </a:xfrm>
            <a:custGeom>
              <a:avLst/>
              <a:gdLst/>
              <a:ahLst/>
              <a:cxnLst/>
              <a:rect r="r" b="b" t="t" l="l"/>
              <a:pathLst>
                <a:path h="36576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52" id="252"/>
            <p:cNvSpPr txBox="true"/>
            <p:nvPr/>
          </p:nvSpPr>
          <p:spPr>
            <a:xfrm>
              <a:off x="0" y="0"/>
              <a:ext cx="48768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31"/>
                </a:lnSpc>
              </a:pPr>
              <a:r>
                <a:rPr lang="en-US" sz="942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50%</a:t>
              </a:r>
            </a:p>
            <a:p>
              <a:pPr algn="ctr">
                <a:lnSpc>
                  <a:spcPts val="1131"/>
                </a:lnSpc>
              </a:pPr>
              <a:r>
                <a:rPr lang="en-US" sz="942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OFF</a:t>
              </a:r>
            </a:p>
          </p:txBody>
        </p:sp>
      </p:grpSp>
      <p:grpSp>
        <p:nvGrpSpPr>
          <p:cNvPr name="Group 253" id="253"/>
          <p:cNvGrpSpPr/>
          <p:nvPr/>
        </p:nvGrpSpPr>
        <p:grpSpPr>
          <a:xfrm rot="0">
            <a:off x="11983628" y="8504059"/>
            <a:ext cx="1197033" cy="186205"/>
            <a:chOff x="0" y="0"/>
            <a:chExt cx="1097280" cy="170688"/>
          </a:xfrm>
        </p:grpSpPr>
        <p:sp>
          <p:nvSpPr>
            <p:cNvPr name="Freeform 254" id="254"/>
            <p:cNvSpPr/>
            <p:nvPr/>
          </p:nvSpPr>
          <p:spPr>
            <a:xfrm flipH="false" flipV="false" rot="0">
              <a:off x="0" y="0"/>
              <a:ext cx="1097280" cy="170688"/>
            </a:xfrm>
            <a:custGeom>
              <a:avLst/>
              <a:gdLst/>
              <a:ahLst/>
              <a:cxnLst/>
              <a:rect r="r" b="b" t="t" l="l"/>
              <a:pathLst>
                <a:path h="17068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70688"/>
                  </a:lnTo>
                  <a:lnTo>
                    <a:pt x="0" y="1706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255" id="255"/>
            <p:cNvSpPr txBox="true"/>
            <p:nvPr/>
          </p:nvSpPr>
          <p:spPr>
            <a:xfrm>
              <a:off x="0" y="-9525"/>
              <a:ext cx="1097280" cy="18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19"/>
                </a:lnSpc>
              </a:pPr>
              <a:r>
                <a:rPr lang="en-US" sz="109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About Us</a:t>
              </a:r>
            </a:p>
          </p:txBody>
        </p:sp>
      </p:grpSp>
      <p:grpSp>
        <p:nvGrpSpPr>
          <p:cNvPr name="Group 256" id="256"/>
          <p:cNvGrpSpPr/>
          <p:nvPr/>
        </p:nvGrpSpPr>
        <p:grpSpPr>
          <a:xfrm rot="0">
            <a:off x="11983628" y="8776716"/>
            <a:ext cx="1064029" cy="146304"/>
            <a:chOff x="0" y="0"/>
            <a:chExt cx="975360" cy="134112"/>
          </a:xfrm>
        </p:grpSpPr>
        <p:sp>
          <p:nvSpPr>
            <p:cNvPr name="Freeform 257" id="257"/>
            <p:cNvSpPr/>
            <p:nvPr/>
          </p:nvSpPr>
          <p:spPr>
            <a:xfrm flipH="false" flipV="false" rot="0">
              <a:off x="0" y="0"/>
              <a:ext cx="975360" cy="134112"/>
            </a:xfrm>
            <a:custGeom>
              <a:avLst/>
              <a:gdLst/>
              <a:ahLst/>
              <a:cxnLst/>
              <a:rect r="r" b="b" t="t" l="l"/>
              <a:pathLst>
                <a:path h="13411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34112"/>
                  </a:lnTo>
                  <a:lnTo>
                    <a:pt x="0" y="134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58" id="258"/>
            <p:cNvSpPr txBox="true"/>
            <p:nvPr/>
          </p:nvSpPr>
          <p:spPr>
            <a:xfrm>
              <a:off x="0" y="0"/>
              <a:ext cx="975360" cy="134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68"/>
                </a:lnSpc>
              </a:pPr>
              <a:r>
                <a:rPr lang="en-US" sz="890">
                  <a:solidFill>
                    <a:srgbClr val="E4F1E0"/>
                  </a:solidFill>
                  <a:latin typeface="Inter"/>
                  <a:ea typeface="Inter"/>
                  <a:cs typeface="Inter"/>
                  <a:sym typeface="Inter"/>
                </a:rPr>
                <a:t>About Us</a:t>
              </a:r>
            </a:p>
          </p:txBody>
        </p:sp>
      </p:grpSp>
      <p:grpSp>
        <p:nvGrpSpPr>
          <p:cNvPr name="Group 259" id="259"/>
          <p:cNvGrpSpPr/>
          <p:nvPr/>
        </p:nvGrpSpPr>
        <p:grpSpPr>
          <a:xfrm rot="0">
            <a:off x="11983628" y="8989522"/>
            <a:ext cx="1064029" cy="146304"/>
            <a:chOff x="0" y="0"/>
            <a:chExt cx="975360" cy="134112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975360" cy="134112"/>
            </a:xfrm>
            <a:custGeom>
              <a:avLst/>
              <a:gdLst/>
              <a:ahLst/>
              <a:cxnLst/>
              <a:rect r="r" b="b" t="t" l="l"/>
              <a:pathLst>
                <a:path h="13411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34112"/>
                  </a:lnTo>
                  <a:lnTo>
                    <a:pt x="0" y="134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975360" cy="134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68"/>
                </a:lnSpc>
              </a:pPr>
              <a:r>
                <a:rPr lang="en-US" sz="890">
                  <a:solidFill>
                    <a:srgbClr val="E4F1E0"/>
                  </a:solidFill>
                  <a:latin typeface="Inter"/>
                  <a:ea typeface="Inter"/>
                  <a:cs typeface="Inter"/>
                  <a:sym typeface="Inter"/>
                </a:rPr>
                <a:t>Contact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1983628" y="9202328"/>
            <a:ext cx="1064029" cy="146304"/>
            <a:chOff x="0" y="0"/>
            <a:chExt cx="975360" cy="134112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975360" cy="134112"/>
            </a:xfrm>
            <a:custGeom>
              <a:avLst/>
              <a:gdLst/>
              <a:ahLst/>
              <a:cxnLst/>
              <a:rect r="r" b="b" t="t" l="l"/>
              <a:pathLst>
                <a:path h="13411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34112"/>
                  </a:lnTo>
                  <a:lnTo>
                    <a:pt x="0" y="134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975360" cy="134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68"/>
                </a:lnSpc>
              </a:pPr>
              <a:r>
                <a:rPr lang="en-US" sz="890">
                  <a:solidFill>
                    <a:srgbClr val="E4F1E0"/>
                  </a:solidFill>
                  <a:latin typeface="Inter"/>
                  <a:ea typeface="Inter"/>
                  <a:cs typeface="Inter"/>
                  <a:sym typeface="Inter"/>
                </a:rPr>
                <a:t>Privacy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087558" y="8504059"/>
            <a:ext cx="1197033" cy="186205"/>
            <a:chOff x="0" y="0"/>
            <a:chExt cx="1097280" cy="170688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1097280" cy="170688"/>
            </a:xfrm>
            <a:custGeom>
              <a:avLst/>
              <a:gdLst/>
              <a:ahLst/>
              <a:cxnLst/>
              <a:rect r="r" b="b" t="t" l="l"/>
              <a:pathLst>
                <a:path h="17068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70688"/>
                  </a:lnTo>
                  <a:lnTo>
                    <a:pt x="0" y="1706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-9525"/>
              <a:ext cx="1097280" cy="18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19"/>
                </a:lnSpc>
              </a:pPr>
              <a:r>
                <a:rPr lang="en-US" sz="109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Contact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087558" y="8776716"/>
            <a:ext cx="1064029" cy="146304"/>
            <a:chOff x="0" y="0"/>
            <a:chExt cx="975360" cy="134112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975360" cy="134112"/>
            </a:xfrm>
            <a:custGeom>
              <a:avLst/>
              <a:gdLst/>
              <a:ahLst/>
              <a:cxnLst/>
              <a:rect r="r" b="b" t="t" l="l"/>
              <a:pathLst>
                <a:path h="13411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34112"/>
                  </a:lnTo>
                  <a:lnTo>
                    <a:pt x="0" y="134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0"/>
              <a:ext cx="975360" cy="134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68"/>
                </a:lnSpc>
              </a:pPr>
              <a:r>
                <a:rPr lang="en-US" sz="890">
                  <a:solidFill>
                    <a:srgbClr val="E4F1E0"/>
                  </a:solidFill>
                  <a:latin typeface="Inter"/>
                  <a:ea typeface="Inter"/>
                  <a:cs typeface="Inter"/>
                  <a:sym typeface="Inter"/>
                </a:rPr>
                <a:t>FAQ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087558" y="8989522"/>
            <a:ext cx="1064029" cy="146304"/>
            <a:chOff x="0" y="0"/>
            <a:chExt cx="975360" cy="134112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975360" cy="134112"/>
            </a:xfrm>
            <a:custGeom>
              <a:avLst/>
              <a:gdLst/>
              <a:ahLst/>
              <a:cxnLst/>
              <a:rect r="r" b="b" t="t" l="l"/>
              <a:pathLst>
                <a:path h="13411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34112"/>
                  </a:lnTo>
                  <a:lnTo>
                    <a:pt x="0" y="134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73" id="273"/>
            <p:cNvSpPr txBox="true"/>
            <p:nvPr/>
          </p:nvSpPr>
          <p:spPr>
            <a:xfrm>
              <a:off x="0" y="0"/>
              <a:ext cx="975360" cy="134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68"/>
                </a:lnSpc>
              </a:pPr>
              <a:r>
                <a:rPr lang="en-US" sz="890">
                  <a:solidFill>
                    <a:srgbClr val="E4F1E0"/>
                  </a:solidFill>
                  <a:latin typeface="Inter"/>
                  <a:ea typeface="Inter"/>
                  <a:cs typeface="Inter"/>
                  <a:sym typeface="Inter"/>
                </a:rPr>
                <a:t>Support</a:t>
              </a:r>
            </a:p>
          </p:txBody>
        </p:sp>
      </p:grpSp>
      <p:grpSp>
        <p:nvGrpSpPr>
          <p:cNvPr name="Group 274" id="274"/>
          <p:cNvGrpSpPr/>
          <p:nvPr/>
        </p:nvGrpSpPr>
        <p:grpSpPr>
          <a:xfrm rot="0">
            <a:off x="13087558" y="9202328"/>
            <a:ext cx="1064029" cy="146304"/>
            <a:chOff x="0" y="0"/>
            <a:chExt cx="975360" cy="134112"/>
          </a:xfrm>
        </p:grpSpPr>
        <p:sp>
          <p:nvSpPr>
            <p:cNvPr name="Freeform 275" id="275"/>
            <p:cNvSpPr/>
            <p:nvPr/>
          </p:nvSpPr>
          <p:spPr>
            <a:xfrm flipH="false" flipV="false" rot="0">
              <a:off x="0" y="0"/>
              <a:ext cx="975360" cy="134112"/>
            </a:xfrm>
            <a:custGeom>
              <a:avLst/>
              <a:gdLst/>
              <a:ahLst/>
              <a:cxnLst/>
              <a:rect r="r" b="b" t="t" l="l"/>
              <a:pathLst>
                <a:path h="13411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34112"/>
                  </a:lnTo>
                  <a:lnTo>
                    <a:pt x="0" y="134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76" id="276"/>
            <p:cNvSpPr txBox="true"/>
            <p:nvPr/>
          </p:nvSpPr>
          <p:spPr>
            <a:xfrm>
              <a:off x="0" y="0"/>
              <a:ext cx="975360" cy="134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68"/>
                </a:lnSpc>
              </a:pPr>
              <a:r>
                <a:rPr lang="en-US" sz="890">
                  <a:solidFill>
                    <a:srgbClr val="E4F1E0"/>
                  </a:solidFill>
                  <a:latin typeface="Inter"/>
                  <a:ea typeface="Inter"/>
                  <a:cs typeface="Inter"/>
                  <a:sym typeface="Inter"/>
                </a:rPr>
                <a:t>Cookies</a:t>
              </a:r>
            </a:p>
          </p:txBody>
        </p:sp>
      </p:grpSp>
      <p:grpSp>
        <p:nvGrpSpPr>
          <p:cNvPr name="Group 277" id="277"/>
          <p:cNvGrpSpPr/>
          <p:nvPr/>
        </p:nvGrpSpPr>
        <p:grpSpPr>
          <a:xfrm rot="0">
            <a:off x="14191488" y="8504059"/>
            <a:ext cx="1197033" cy="186205"/>
            <a:chOff x="0" y="0"/>
            <a:chExt cx="1097280" cy="170688"/>
          </a:xfrm>
        </p:grpSpPr>
        <p:sp>
          <p:nvSpPr>
            <p:cNvPr name="Freeform 278" id="278"/>
            <p:cNvSpPr/>
            <p:nvPr/>
          </p:nvSpPr>
          <p:spPr>
            <a:xfrm flipH="false" flipV="false" rot="0">
              <a:off x="0" y="0"/>
              <a:ext cx="1097280" cy="170688"/>
            </a:xfrm>
            <a:custGeom>
              <a:avLst/>
              <a:gdLst/>
              <a:ahLst/>
              <a:cxnLst/>
              <a:rect r="r" b="b" t="t" l="l"/>
              <a:pathLst>
                <a:path h="17068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70688"/>
                  </a:lnTo>
                  <a:lnTo>
                    <a:pt x="0" y="1706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279" id="279"/>
            <p:cNvSpPr txBox="true"/>
            <p:nvPr/>
          </p:nvSpPr>
          <p:spPr>
            <a:xfrm>
              <a:off x="0" y="-9525"/>
              <a:ext cx="1097280" cy="18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19"/>
                </a:lnSpc>
              </a:pPr>
              <a:r>
                <a:rPr lang="en-US" sz="109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Terms</a:t>
              </a:r>
            </a:p>
          </p:txBody>
        </p:sp>
      </p:grpSp>
      <p:grpSp>
        <p:nvGrpSpPr>
          <p:cNvPr name="Group 280" id="280"/>
          <p:cNvGrpSpPr/>
          <p:nvPr/>
        </p:nvGrpSpPr>
        <p:grpSpPr>
          <a:xfrm rot="0">
            <a:off x="14191488" y="8776716"/>
            <a:ext cx="1064029" cy="146304"/>
            <a:chOff x="0" y="0"/>
            <a:chExt cx="975360" cy="134112"/>
          </a:xfrm>
        </p:grpSpPr>
        <p:sp>
          <p:nvSpPr>
            <p:cNvPr name="Freeform 281" id="281"/>
            <p:cNvSpPr/>
            <p:nvPr/>
          </p:nvSpPr>
          <p:spPr>
            <a:xfrm flipH="false" flipV="false" rot="0">
              <a:off x="0" y="0"/>
              <a:ext cx="975360" cy="134112"/>
            </a:xfrm>
            <a:custGeom>
              <a:avLst/>
              <a:gdLst/>
              <a:ahLst/>
              <a:cxnLst/>
              <a:rect r="r" b="b" t="t" l="l"/>
              <a:pathLst>
                <a:path h="13411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34112"/>
                  </a:lnTo>
                  <a:lnTo>
                    <a:pt x="0" y="134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82" id="282"/>
            <p:cNvSpPr txBox="true"/>
            <p:nvPr/>
          </p:nvSpPr>
          <p:spPr>
            <a:xfrm>
              <a:off x="0" y="0"/>
              <a:ext cx="975360" cy="134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68"/>
                </a:lnSpc>
              </a:pPr>
              <a:r>
                <a:rPr lang="en-US" sz="890">
                  <a:solidFill>
                    <a:srgbClr val="E4F1E0"/>
                  </a:solidFill>
                  <a:latin typeface="Inter"/>
                  <a:ea typeface="Inter"/>
                  <a:cs typeface="Inter"/>
                  <a:sym typeface="Inter"/>
                </a:rPr>
                <a:t>Site Map</a:t>
              </a:r>
            </a:p>
          </p:txBody>
        </p:sp>
      </p:grpSp>
      <p:grpSp>
        <p:nvGrpSpPr>
          <p:cNvPr name="Group 283" id="283"/>
          <p:cNvGrpSpPr/>
          <p:nvPr/>
        </p:nvGrpSpPr>
        <p:grpSpPr>
          <a:xfrm rot="0">
            <a:off x="14191488" y="8989522"/>
            <a:ext cx="1064029" cy="146304"/>
            <a:chOff x="0" y="0"/>
            <a:chExt cx="975360" cy="134112"/>
          </a:xfrm>
        </p:grpSpPr>
        <p:sp>
          <p:nvSpPr>
            <p:cNvPr name="Freeform 284" id="284"/>
            <p:cNvSpPr/>
            <p:nvPr/>
          </p:nvSpPr>
          <p:spPr>
            <a:xfrm flipH="false" flipV="false" rot="0">
              <a:off x="0" y="0"/>
              <a:ext cx="975360" cy="134112"/>
            </a:xfrm>
            <a:custGeom>
              <a:avLst/>
              <a:gdLst/>
              <a:ahLst/>
              <a:cxnLst/>
              <a:rect r="r" b="b" t="t" l="l"/>
              <a:pathLst>
                <a:path h="13411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34112"/>
                  </a:lnTo>
                  <a:lnTo>
                    <a:pt x="0" y="134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85" id="285"/>
            <p:cNvSpPr txBox="true"/>
            <p:nvPr/>
          </p:nvSpPr>
          <p:spPr>
            <a:xfrm>
              <a:off x="0" y="0"/>
              <a:ext cx="975360" cy="134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68"/>
                </a:lnSpc>
              </a:pPr>
              <a:r>
                <a:rPr lang="en-US" sz="890">
                  <a:solidFill>
                    <a:srgbClr val="E4F1E0"/>
                  </a:solidFill>
                  <a:latin typeface="Inter"/>
                  <a:ea typeface="Inter"/>
                  <a:cs typeface="Inter"/>
                  <a:sym typeface="Inter"/>
                </a:rPr>
                <a:t>Contact Us</a:t>
              </a:r>
            </a:p>
          </p:txBody>
        </p:sp>
      </p:grpSp>
      <p:grpSp>
        <p:nvGrpSpPr>
          <p:cNvPr name="Group 286" id="286"/>
          <p:cNvGrpSpPr/>
          <p:nvPr/>
        </p:nvGrpSpPr>
        <p:grpSpPr>
          <a:xfrm rot="0">
            <a:off x="16026938" y="8743465"/>
            <a:ext cx="212806" cy="212806"/>
            <a:chOff x="0" y="0"/>
            <a:chExt cx="195072" cy="195072"/>
          </a:xfrm>
        </p:grpSpPr>
        <p:sp>
          <p:nvSpPr>
            <p:cNvPr name="Freeform 287" id="287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6412649" y="8743465"/>
            <a:ext cx="212806" cy="212806"/>
            <a:chOff x="0" y="0"/>
            <a:chExt cx="195072" cy="195072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0" id="290"/>
          <p:cNvGrpSpPr/>
          <p:nvPr/>
        </p:nvGrpSpPr>
        <p:grpSpPr>
          <a:xfrm rot="0">
            <a:off x="16798359" y="8743465"/>
            <a:ext cx="212806" cy="212806"/>
            <a:chOff x="0" y="0"/>
            <a:chExt cx="195072" cy="195072"/>
          </a:xfrm>
        </p:grpSpPr>
        <p:sp>
          <p:nvSpPr>
            <p:cNvPr name="Freeform 291" id="291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2" id="292"/>
          <p:cNvGrpSpPr/>
          <p:nvPr/>
        </p:nvGrpSpPr>
        <p:grpSpPr>
          <a:xfrm rot="0">
            <a:off x="17170769" y="8743465"/>
            <a:ext cx="212806" cy="212806"/>
            <a:chOff x="0" y="0"/>
            <a:chExt cx="195072" cy="195072"/>
          </a:xfrm>
        </p:grpSpPr>
        <p:sp>
          <p:nvSpPr>
            <p:cNvPr name="Freeform 293" id="293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294" id="294"/>
          <p:cNvSpPr/>
          <p:nvPr/>
        </p:nvSpPr>
        <p:spPr>
          <a:xfrm rot="8760">
            <a:off x="11976687" y="9614362"/>
            <a:ext cx="5427116" cy="0"/>
          </a:xfrm>
          <a:prstGeom prst="line">
            <a:avLst/>
          </a:prstGeom>
          <a:ln cap="rnd" w="9525">
            <a:solidFill>
              <a:srgbClr val="8DBB8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5" id="295"/>
          <p:cNvGrpSpPr/>
          <p:nvPr/>
        </p:nvGrpSpPr>
        <p:grpSpPr>
          <a:xfrm rot="0">
            <a:off x="11983628" y="9701091"/>
            <a:ext cx="5413248" cy="159604"/>
            <a:chOff x="0" y="0"/>
            <a:chExt cx="4962144" cy="146304"/>
          </a:xfrm>
        </p:grpSpPr>
        <p:sp>
          <p:nvSpPr>
            <p:cNvPr name="Freeform 296" id="296"/>
            <p:cNvSpPr/>
            <p:nvPr/>
          </p:nvSpPr>
          <p:spPr>
            <a:xfrm flipH="false" flipV="false" rot="0">
              <a:off x="0" y="0"/>
              <a:ext cx="4962144" cy="146304"/>
            </a:xfrm>
            <a:custGeom>
              <a:avLst/>
              <a:gdLst/>
              <a:ahLst/>
              <a:cxnLst/>
              <a:rect r="r" b="b" t="t" l="l"/>
              <a:pathLst>
                <a:path h="146304" w="4962144">
                  <a:moveTo>
                    <a:pt x="0" y="0"/>
                  </a:moveTo>
                  <a:lnTo>
                    <a:pt x="4962144" y="0"/>
                  </a:lnTo>
                  <a:lnTo>
                    <a:pt x="4962144" y="146304"/>
                  </a:lnTo>
                  <a:lnTo>
                    <a:pt x="0" y="1463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0867" r="0" b="-610867"/>
              </a:stretch>
            </a:blipFill>
          </p:spPr>
        </p:sp>
        <p:sp>
          <p:nvSpPr>
            <p:cNvPr name="TextBox 297" id="297"/>
            <p:cNvSpPr txBox="true"/>
            <p:nvPr/>
          </p:nvSpPr>
          <p:spPr>
            <a:xfrm>
              <a:off x="0" y="0"/>
              <a:ext cx="4962144" cy="1463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5"/>
                </a:lnSpc>
              </a:pPr>
              <a:r>
                <a:rPr lang="en-US" sz="837">
                  <a:solidFill>
                    <a:srgbClr val="E4F1E0"/>
                  </a:solidFill>
                  <a:latin typeface="Inter"/>
                  <a:ea typeface="Inter"/>
                  <a:cs typeface="Inter"/>
                  <a:sym typeface="Inter"/>
                </a:rPr>
                <a:t>© 2026 FoodEase. All rights reserved.</a:t>
              </a:r>
            </a:p>
          </p:txBody>
        </p:sp>
      </p:grpSp>
      <p:grpSp>
        <p:nvGrpSpPr>
          <p:cNvPr name="Group 298" id="298"/>
          <p:cNvGrpSpPr/>
          <p:nvPr/>
        </p:nvGrpSpPr>
        <p:grpSpPr>
          <a:xfrm rot="0">
            <a:off x="511806" y="496800"/>
            <a:ext cx="17597363" cy="629407"/>
            <a:chOff x="0" y="0"/>
            <a:chExt cx="23463151" cy="839210"/>
          </a:xfrm>
        </p:grpSpPr>
        <p:grpSp>
          <p:nvGrpSpPr>
            <p:cNvPr name="Group 299" id="299"/>
            <p:cNvGrpSpPr/>
            <p:nvPr/>
          </p:nvGrpSpPr>
          <p:grpSpPr>
            <a:xfrm rot="0">
              <a:off x="0" y="0"/>
              <a:ext cx="23463151" cy="839210"/>
              <a:chOff x="0" y="0"/>
              <a:chExt cx="15617660" cy="558599"/>
            </a:xfrm>
          </p:grpSpPr>
          <p:sp>
            <p:nvSpPr>
              <p:cNvPr name="Freeform 300" id="300"/>
              <p:cNvSpPr/>
              <p:nvPr/>
            </p:nvSpPr>
            <p:spPr>
              <a:xfrm flipH="false" flipV="false" rot="0">
                <a:off x="0" y="0"/>
                <a:ext cx="15617698" cy="558612"/>
              </a:xfrm>
              <a:custGeom>
                <a:avLst/>
                <a:gdLst/>
                <a:ahLst/>
                <a:cxnLst/>
                <a:rect r="r" b="b" t="t" l="l"/>
                <a:pathLst>
                  <a:path h="558612" w="15617698">
                    <a:moveTo>
                      <a:pt x="0" y="0"/>
                    </a:moveTo>
                    <a:lnTo>
                      <a:pt x="15617698" y="0"/>
                    </a:lnTo>
                    <a:lnTo>
                      <a:pt x="15617698" y="558612"/>
                    </a:lnTo>
                    <a:lnTo>
                      <a:pt x="0" y="55861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01" id="301"/>
            <p:cNvGrpSpPr/>
            <p:nvPr/>
          </p:nvGrpSpPr>
          <p:grpSpPr>
            <a:xfrm rot="0">
              <a:off x="1118125" y="142145"/>
              <a:ext cx="2484745" cy="496953"/>
              <a:chOff x="0" y="0"/>
              <a:chExt cx="1653908" cy="330784"/>
            </a:xfrm>
          </p:grpSpPr>
          <p:sp>
            <p:nvSpPr>
              <p:cNvPr name="Freeform 302" id="302"/>
              <p:cNvSpPr/>
              <p:nvPr/>
            </p:nvSpPr>
            <p:spPr>
              <a:xfrm flipH="false" flipV="false" rot="0">
                <a:off x="0" y="0"/>
                <a:ext cx="1653912" cy="330783"/>
              </a:xfrm>
              <a:custGeom>
                <a:avLst/>
                <a:gdLst/>
                <a:ahLst/>
                <a:cxnLst/>
                <a:rect r="r" b="b" t="t" l="l"/>
                <a:pathLst>
                  <a:path h="330783" w="1653912">
                    <a:moveTo>
                      <a:pt x="0" y="0"/>
                    </a:moveTo>
                    <a:lnTo>
                      <a:pt x="1653912" y="0"/>
                    </a:lnTo>
                    <a:lnTo>
                      <a:pt x="1653912" y="330783"/>
                    </a:lnTo>
                    <a:lnTo>
                      <a:pt x="0" y="33078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7424" r="0" b="-47425"/>
                </a:stretch>
              </a:blipFill>
            </p:spPr>
          </p:sp>
          <p:sp>
            <p:nvSpPr>
              <p:cNvPr name="TextBox 303" id="303"/>
              <p:cNvSpPr txBox="true"/>
              <p:nvPr/>
            </p:nvSpPr>
            <p:spPr>
              <a:xfrm>
                <a:off x="0" y="0"/>
                <a:ext cx="1653908" cy="3307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1"/>
                  </a:lnSpc>
                </a:pPr>
                <a:r>
                  <a:rPr lang="en-US" sz="2200" b="true">
                    <a:solidFill>
                      <a:srgbClr val="5A9A5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FoodEase</a:t>
                </a:r>
              </a:p>
            </p:txBody>
          </p:sp>
        </p:grpSp>
        <p:grpSp>
          <p:nvGrpSpPr>
            <p:cNvPr name="Group 304" id="304"/>
            <p:cNvGrpSpPr/>
            <p:nvPr/>
          </p:nvGrpSpPr>
          <p:grpSpPr>
            <a:xfrm rot="0">
              <a:off x="14429299" y="271280"/>
              <a:ext cx="798662" cy="354961"/>
              <a:chOff x="0" y="0"/>
              <a:chExt cx="531609" cy="236271"/>
            </a:xfrm>
          </p:grpSpPr>
          <p:sp>
            <p:nvSpPr>
              <p:cNvPr name="Freeform 305" id="305"/>
              <p:cNvSpPr/>
              <p:nvPr/>
            </p:nvSpPr>
            <p:spPr>
              <a:xfrm flipH="false" flipV="false" rot="0">
                <a:off x="0" y="0"/>
                <a:ext cx="531615" cy="236273"/>
              </a:xfrm>
              <a:custGeom>
                <a:avLst/>
                <a:gdLst/>
                <a:ahLst/>
                <a:cxnLst/>
                <a:rect r="r" b="b" t="t" l="l"/>
                <a:pathLst>
                  <a:path h="236273" w="531615">
                    <a:moveTo>
                      <a:pt x="0" y="0"/>
                    </a:moveTo>
                    <a:lnTo>
                      <a:pt x="531615" y="0"/>
                    </a:lnTo>
                    <a:lnTo>
                      <a:pt x="531615" y="236273"/>
                    </a:lnTo>
                    <a:lnTo>
                      <a:pt x="0" y="23627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023" t="0" r="-7022" b="1"/>
                </a:stretch>
              </a:blipFill>
            </p:spPr>
          </p:sp>
          <p:sp>
            <p:nvSpPr>
              <p:cNvPr name="TextBox 306" id="306"/>
              <p:cNvSpPr txBox="true"/>
              <p:nvPr/>
            </p:nvSpPr>
            <p:spPr>
              <a:xfrm>
                <a:off x="0" y="0"/>
                <a:ext cx="531609" cy="2362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35"/>
                  </a:lnSpc>
                </a:pPr>
                <a:r>
                  <a:rPr lang="en-US" sz="1362">
                    <a:solidFill>
                      <a:srgbClr val="222222"/>
                    </a:solidFill>
                    <a:latin typeface="Inter"/>
                    <a:ea typeface="Inter"/>
                    <a:cs typeface="Inter"/>
                    <a:sym typeface="Inter"/>
                  </a:rPr>
                  <a:t>Home</a:t>
                </a:r>
              </a:p>
            </p:txBody>
          </p:sp>
        </p:grpSp>
        <p:grpSp>
          <p:nvGrpSpPr>
            <p:cNvPr name="Group 307" id="307"/>
            <p:cNvGrpSpPr/>
            <p:nvPr/>
          </p:nvGrpSpPr>
          <p:grpSpPr>
            <a:xfrm rot="0">
              <a:off x="15458693" y="271280"/>
              <a:ext cx="976142" cy="354961"/>
              <a:chOff x="0" y="0"/>
              <a:chExt cx="649745" cy="236271"/>
            </a:xfrm>
          </p:grpSpPr>
          <p:sp>
            <p:nvSpPr>
              <p:cNvPr name="Freeform 308" id="308"/>
              <p:cNvSpPr/>
              <p:nvPr/>
            </p:nvSpPr>
            <p:spPr>
              <a:xfrm flipH="false" flipV="false" rot="0">
                <a:off x="0" y="0"/>
                <a:ext cx="649751" cy="236273"/>
              </a:xfrm>
              <a:custGeom>
                <a:avLst/>
                <a:gdLst/>
                <a:ahLst/>
                <a:cxnLst/>
                <a:rect r="r" b="b" t="t" l="l"/>
                <a:pathLst>
                  <a:path h="236273" w="649751">
                    <a:moveTo>
                      <a:pt x="0" y="0"/>
                    </a:moveTo>
                    <a:lnTo>
                      <a:pt x="649751" y="0"/>
                    </a:lnTo>
                    <a:lnTo>
                      <a:pt x="649751" y="236273"/>
                    </a:lnTo>
                    <a:lnTo>
                      <a:pt x="0" y="23627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583" r="0" b="-3582"/>
                </a:stretch>
              </a:blipFill>
            </p:spPr>
          </p:sp>
          <p:sp>
            <p:nvSpPr>
              <p:cNvPr name="TextBox 309" id="309"/>
              <p:cNvSpPr txBox="true"/>
              <p:nvPr/>
            </p:nvSpPr>
            <p:spPr>
              <a:xfrm>
                <a:off x="0" y="0"/>
                <a:ext cx="649745" cy="2362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35"/>
                  </a:lnSpc>
                </a:pPr>
                <a:r>
                  <a:rPr lang="en-US" sz="1362">
                    <a:solidFill>
                      <a:srgbClr val="222222"/>
                    </a:solidFill>
                    <a:latin typeface="Inter"/>
                    <a:ea typeface="Inter"/>
                    <a:cs typeface="Inter"/>
                    <a:sym typeface="Inter"/>
                  </a:rPr>
                  <a:t>Menu</a:t>
                </a:r>
              </a:p>
            </p:txBody>
          </p:sp>
        </p:grpSp>
        <p:grpSp>
          <p:nvGrpSpPr>
            <p:cNvPr name="Group 310" id="310"/>
            <p:cNvGrpSpPr/>
            <p:nvPr/>
          </p:nvGrpSpPr>
          <p:grpSpPr>
            <a:xfrm rot="0">
              <a:off x="16470343" y="271280"/>
              <a:ext cx="887402" cy="354961"/>
              <a:chOff x="0" y="0"/>
              <a:chExt cx="590677" cy="236271"/>
            </a:xfrm>
          </p:grpSpPr>
          <p:sp>
            <p:nvSpPr>
              <p:cNvPr name="Freeform 311" id="311"/>
              <p:cNvSpPr/>
              <p:nvPr/>
            </p:nvSpPr>
            <p:spPr>
              <a:xfrm flipH="false" flipV="false" rot="0">
                <a:off x="0" y="0"/>
                <a:ext cx="590683" cy="236273"/>
              </a:xfrm>
              <a:custGeom>
                <a:avLst/>
                <a:gdLst/>
                <a:ahLst/>
                <a:cxnLst/>
                <a:rect r="r" b="b" t="t" l="l"/>
                <a:pathLst>
                  <a:path h="236273" w="590683">
                    <a:moveTo>
                      <a:pt x="0" y="0"/>
                    </a:moveTo>
                    <a:lnTo>
                      <a:pt x="590683" y="0"/>
                    </a:lnTo>
                    <a:lnTo>
                      <a:pt x="590683" y="236273"/>
                    </a:lnTo>
                    <a:lnTo>
                      <a:pt x="0" y="23627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321" t="0" r="-1320" b="1"/>
                </a:stretch>
              </a:blipFill>
            </p:spPr>
          </p:sp>
          <p:sp>
            <p:nvSpPr>
              <p:cNvPr name="TextBox 312" id="312"/>
              <p:cNvSpPr txBox="true"/>
              <p:nvPr/>
            </p:nvSpPr>
            <p:spPr>
              <a:xfrm>
                <a:off x="0" y="0"/>
                <a:ext cx="590677" cy="2362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35"/>
                  </a:lnSpc>
                </a:pPr>
                <a:r>
                  <a:rPr lang="en-US" sz="1362">
                    <a:solidFill>
                      <a:srgbClr val="222222"/>
                    </a:solidFill>
                    <a:latin typeface="Inter"/>
                    <a:ea typeface="Inter"/>
                    <a:cs typeface="Inter"/>
                    <a:sym typeface="Inter"/>
                  </a:rPr>
                  <a:t>Deals</a:t>
                </a:r>
              </a:p>
            </p:txBody>
          </p:sp>
        </p:grpSp>
        <p:grpSp>
          <p:nvGrpSpPr>
            <p:cNvPr name="Group 313" id="313"/>
            <p:cNvGrpSpPr/>
            <p:nvPr/>
          </p:nvGrpSpPr>
          <p:grpSpPr>
            <a:xfrm rot="0">
              <a:off x="17535225" y="271280"/>
              <a:ext cx="1686083" cy="354961"/>
              <a:chOff x="0" y="0"/>
              <a:chExt cx="1122299" cy="236271"/>
            </a:xfrm>
          </p:grpSpPr>
          <p:sp>
            <p:nvSpPr>
              <p:cNvPr name="Freeform 314" id="314"/>
              <p:cNvSpPr/>
              <p:nvPr/>
            </p:nvSpPr>
            <p:spPr>
              <a:xfrm flipH="false" flipV="false" rot="0">
                <a:off x="0" y="0"/>
                <a:ext cx="1122297" cy="236273"/>
              </a:xfrm>
              <a:custGeom>
                <a:avLst/>
                <a:gdLst/>
                <a:ahLst/>
                <a:cxnLst/>
                <a:rect r="r" b="b" t="t" l="l"/>
                <a:pathLst>
                  <a:path h="236273" w="1122297">
                    <a:moveTo>
                      <a:pt x="0" y="0"/>
                    </a:moveTo>
                    <a:lnTo>
                      <a:pt x="1122297" y="0"/>
                    </a:lnTo>
                    <a:lnTo>
                      <a:pt x="1122297" y="236273"/>
                    </a:lnTo>
                    <a:lnTo>
                      <a:pt x="0" y="23627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2554" r="0" b="-42553"/>
                </a:stretch>
              </a:blipFill>
            </p:spPr>
          </p:sp>
          <p:sp>
            <p:nvSpPr>
              <p:cNvPr name="TextBox 315" id="315"/>
              <p:cNvSpPr txBox="true"/>
              <p:nvPr/>
            </p:nvSpPr>
            <p:spPr>
              <a:xfrm>
                <a:off x="0" y="0"/>
                <a:ext cx="1122299" cy="2362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35"/>
                  </a:lnSpc>
                </a:pPr>
                <a:r>
                  <a:rPr lang="en-US" sz="1362">
                    <a:solidFill>
                      <a:srgbClr val="222222"/>
                    </a:solidFill>
                    <a:latin typeface="Inter"/>
                    <a:ea typeface="Inter"/>
                    <a:cs typeface="Inter"/>
                    <a:sym typeface="Inter"/>
                  </a:rPr>
                  <a:t>Restaurants  ▾</a:t>
                </a:r>
              </a:p>
            </p:txBody>
          </p:sp>
        </p:grpSp>
        <p:grpSp>
          <p:nvGrpSpPr>
            <p:cNvPr name="Group 316" id="316"/>
            <p:cNvGrpSpPr/>
            <p:nvPr/>
          </p:nvGrpSpPr>
          <p:grpSpPr>
            <a:xfrm rot="0">
              <a:off x="19487529" y="271280"/>
              <a:ext cx="1064902" cy="354961"/>
              <a:chOff x="0" y="0"/>
              <a:chExt cx="708825" cy="236271"/>
            </a:xfrm>
          </p:grpSpPr>
          <p:sp>
            <p:nvSpPr>
              <p:cNvPr name="Freeform 317" id="317"/>
              <p:cNvSpPr/>
              <p:nvPr/>
            </p:nvSpPr>
            <p:spPr>
              <a:xfrm flipH="false" flipV="false" rot="0">
                <a:off x="0" y="0"/>
                <a:ext cx="708820" cy="236273"/>
              </a:xfrm>
              <a:custGeom>
                <a:avLst/>
                <a:gdLst/>
                <a:ahLst/>
                <a:cxnLst/>
                <a:rect r="r" b="b" t="t" l="l"/>
                <a:pathLst>
                  <a:path h="236273" w="708820">
                    <a:moveTo>
                      <a:pt x="0" y="0"/>
                    </a:moveTo>
                    <a:lnTo>
                      <a:pt x="708820" y="0"/>
                    </a:lnTo>
                    <a:lnTo>
                      <a:pt x="708820" y="236273"/>
                    </a:lnTo>
                    <a:lnTo>
                      <a:pt x="0" y="23627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456" r="0" b="-8455"/>
                </a:stretch>
              </a:blipFill>
            </p:spPr>
          </p:sp>
          <p:sp>
            <p:nvSpPr>
              <p:cNvPr name="TextBox 318" id="318"/>
              <p:cNvSpPr txBox="true"/>
              <p:nvPr/>
            </p:nvSpPr>
            <p:spPr>
              <a:xfrm>
                <a:off x="0" y="0"/>
                <a:ext cx="708825" cy="2362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35"/>
                  </a:lnSpc>
                </a:pPr>
                <a:r>
                  <a:rPr lang="en-US" sz="1362" b="true">
                    <a:solidFill>
                      <a:srgbClr val="5A9A5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Cart (5)</a:t>
                </a:r>
              </a:p>
            </p:txBody>
          </p:sp>
        </p:grpSp>
        <p:grpSp>
          <p:nvGrpSpPr>
            <p:cNvPr name="Group 319" id="319"/>
            <p:cNvGrpSpPr/>
            <p:nvPr/>
          </p:nvGrpSpPr>
          <p:grpSpPr>
            <a:xfrm rot="0">
              <a:off x="20729911" y="271280"/>
              <a:ext cx="709922" cy="354961"/>
              <a:chOff x="0" y="0"/>
              <a:chExt cx="472542" cy="236271"/>
            </a:xfrm>
          </p:grpSpPr>
          <p:sp>
            <p:nvSpPr>
              <p:cNvPr name="Freeform 320" id="320"/>
              <p:cNvSpPr/>
              <p:nvPr/>
            </p:nvSpPr>
            <p:spPr>
              <a:xfrm flipH="false" flipV="false" rot="0">
                <a:off x="0" y="0"/>
                <a:ext cx="472547" cy="236273"/>
              </a:xfrm>
              <a:custGeom>
                <a:avLst/>
                <a:gdLst/>
                <a:ahLst/>
                <a:cxnLst/>
                <a:rect r="r" b="b" t="t" l="l"/>
                <a:pathLst>
                  <a:path h="236273" w="472547">
                    <a:moveTo>
                      <a:pt x="0" y="0"/>
                    </a:moveTo>
                    <a:lnTo>
                      <a:pt x="472547" y="0"/>
                    </a:lnTo>
                    <a:lnTo>
                      <a:pt x="472547" y="236273"/>
                    </a:lnTo>
                    <a:lnTo>
                      <a:pt x="0" y="23627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t="0" r="-14150" b="1"/>
                </a:stretch>
              </a:blipFill>
            </p:spPr>
          </p:sp>
          <p:sp>
            <p:nvSpPr>
              <p:cNvPr name="TextBox 321" id="321"/>
              <p:cNvSpPr txBox="true"/>
              <p:nvPr/>
            </p:nvSpPr>
            <p:spPr>
              <a:xfrm>
                <a:off x="0" y="0"/>
                <a:ext cx="472542" cy="2362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35"/>
                  </a:lnSpc>
                </a:pPr>
                <a:r>
                  <a:rPr lang="en-US" sz="1362">
                    <a:solidFill>
                      <a:srgbClr val="222222"/>
                    </a:solidFill>
                    <a:latin typeface="Inter"/>
                    <a:ea typeface="Inter"/>
                    <a:cs typeface="Inter"/>
                    <a:sym typeface="Inter"/>
                  </a:rPr>
                  <a:t>Log in</a:t>
                </a:r>
              </a:p>
            </p:txBody>
          </p:sp>
        </p:grpSp>
        <p:grpSp>
          <p:nvGrpSpPr>
            <p:cNvPr name="Group 322" id="322"/>
            <p:cNvGrpSpPr/>
            <p:nvPr/>
          </p:nvGrpSpPr>
          <p:grpSpPr>
            <a:xfrm rot="0">
              <a:off x="21617332" y="200284"/>
              <a:ext cx="1437607" cy="479209"/>
              <a:chOff x="0" y="0"/>
              <a:chExt cx="956907" cy="318973"/>
            </a:xfrm>
          </p:grpSpPr>
          <p:sp>
            <p:nvSpPr>
              <p:cNvPr name="Freeform 323" id="323"/>
              <p:cNvSpPr/>
              <p:nvPr/>
            </p:nvSpPr>
            <p:spPr>
              <a:xfrm flipH="false" flipV="false" rot="0">
                <a:off x="0" y="0"/>
                <a:ext cx="956945" cy="318898"/>
              </a:xfrm>
              <a:custGeom>
                <a:avLst/>
                <a:gdLst/>
                <a:ahLst/>
                <a:cxnLst/>
                <a:rect r="r" b="b" t="t" l="l"/>
                <a:pathLst>
                  <a:path h="318898" w="956945">
                    <a:moveTo>
                      <a:pt x="0" y="47244"/>
                    </a:moveTo>
                    <a:cubicBezTo>
                      <a:pt x="0" y="21209"/>
                      <a:pt x="21209" y="0"/>
                      <a:pt x="47244" y="0"/>
                    </a:cubicBezTo>
                    <a:lnTo>
                      <a:pt x="909701" y="0"/>
                    </a:lnTo>
                    <a:cubicBezTo>
                      <a:pt x="935736" y="0"/>
                      <a:pt x="956945" y="21209"/>
                      <a:pt x="956945" y="47244"/>
                    </a:cubicBezTo>
                    <a:lnTo>
                      <a:pt x="956945" y="271653"/>
                    </a:lnTo>
                    <a:cubicBezTo>
                      <a:pt x="956945" y="297688"/>
                      <a:pt x="935736" y="318897"/>
                      <a:pt x="909701" y="318897"/>
                    </a:cubicBezTo>
                    <a:lnTo>
                      <a:pt x="47244" y="318897"/>
                    </a:lnTo>
                    <a:cubicBezTo>
                      <a:pt x="21209" y="319024"/>
                      <a:pt x="0" y="297815"/>
                      <a:pt x="0" y="271653"/>
                    </a:cubicBezTo>
                    <a:close/>
                  </a:path>
                </a:pathLst>
              </a:custGeom>
              <a:solidFill>
                <a:srgbClr val="5A9A50"/>
              </a:solidFill>
            </p:spPr>
          </p:sp>
        </p:grpSp>
        <p:grpSp>
          <p:nvGrpSpPr>
            <p:cNvPr name="Group 324" id="324"/>
            <p:cNvGrpSpPr/>
            <p:nvPr/>
          </p:nvGrpSpPr>
          <p:grpSpPr>
            <a:xfrm rot="0">
              <a:off x="21617332" y="200284"/>
              <a:ext cx="1437607" cy="479209"/>
              <a:chOff x="0" y="0"/>
              <a:chExt cx="956907" cy="318973"/>
            </a:xfrm>
          </p:grpSpPr>
          <p:sp>
            <p:nvSpPr>
              <p:cNvPr name="Freeform 325" id="325"/>
              <p:cNvSpPr/>
              <p:nvPr/>
            </p:nvSpPr>
            <p:spPr>
              <a:xfrm flipH="false" flipV="false" rot="0">
                <a:off x="0" y="0"/>
                <a:ext cx="956907" cy="318969"/>
              </a:xfrm>
              <a:custGeom>
                <a:avLst/>
                <a:gdLst/>
                <a:ahLst/>
                <a:cxnLst/>
                <a:rect r="r" b="b" t="t" l="l"/>
                <a:pathLst>
                  <a:path h="318969" w="956907">
                    <a:moveTo>
                      <a:pt x="0" y="0"/>
                    </a:moveTo>
                    <a:lnTo>
                      <a:pt x="956907" y="0"/>
                    </a:lnTo>
                    <a:lnTo>
                      <a:pt x="956907" y="318969"/>
                    </a:lnTo>
                    <a:lnTo>
                      <a:pt x="0" y="318969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454" r="0" b="-8455"/>
                </a:stretch>
              </a:blipFill>
            </p:spPr>
          </p:sp>
          <p:sp>
            <p:nvSpPr>
              <p:cNvPr name="TextBox 326" id="326"/>
              <p:cNvSpPr txBox="true"/>
              <p:nvPr/>
            </p:nvSpPr>
            <p:spPr>
              <a:xfrm>
                <a:off x="0" y="0"/>
                <a:ext cx="956907" cy="31897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572"/>
                  </a:lnSpc>
                </a:pPr>
                <a:r>
                  <a:rPr lang="en-US" sz="1310" b="true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Order Now</a:t>
                </a:r>
              </a:p>
            </p:txBody>
          </p:sp>
        </p:grpSp>
        <p:grpSp>
          <p:nvGrpSpPr>
            <p:cNvPr name="Group 327" id="327"/>
            <p:cNvGrpSpPr/>
            <p:nvPr/>
          </p:nvGrpSpPr>
          <p:grpSpPr>
            <a:xfrm rot="0">
              <a:off x="110577" y="0"/>
              <a:ext cx="829597" cy="829597"/>
              <a:chOff x="0" y="0"/>
              <a:chExt cx="812800" cy="812800"/>
            </a:xfrm>
          </p:grpSpPr>
          <p:sp>
            <p:nvSpPr>
              <p:cNvPr name="Freeform 328" id="3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6"/>
                <a:stretch>
                  <a:fillRect l="0" t="0" r="0" b="0"/>
                </a:stretch>
              </a:blipFill>
            </p:spPr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110" y="390837"/>
            <a:ext cx="17583081" cy="9549661"/>
            <a:chOff x="0" y="0"/>
            <a:chExt cx="16117824" cy="875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17824" cy="8753856"/>
            </a:xfrm>
            <a:custGeom>
              <a:avLst/>
              <a:gdLst/>
              <a:ahLst/>
              <a:cxnLst/>
              <a:rect r="r" b="b" t="t" l="l"/>
              <a:pathLst>
                <a:path h="8753856" w="1611782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16044672" y="0"/>
                  </a:lnTo>
                  <a:cubicBezTo>
                    <a:pt x="16085058" y="0"/>
                    <a:pt x="16117824" y="32766"/>
                    <a:pt x="16117824" y="73152"/>
                  </a:cubicBezTo>
                  <a:lnTo>
                    <a:pt x="16117824" y="8680704"/>
                  </a:lnTo>
                  <a:cubicBezTo>
                    <a:pt x="16117824" y="8721090"/>
                    <a:pt x="16085058" y="8753856"/>
                    <a:pt x="16044672" y="8753856"/>
                  </a:cubicBezTo>
                  <a:lnTo>
                    <a:pt x="73152" y="8753856"/>
                  </a:lnTo>
                  <a:cubicBezTo>
                    <a:pt x="32766" y="8753856"/>
                    <a:pt x="0" y="8721090"/>
                    <a:pt x="0" y="86807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9110" y="390837"/>
            <a:ext cx="17583081" cy="585216"/>
            <a:chOff x="0" y="0"/>
            <a:chExt cx="16117824" cy="5364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17824" cy="536448"/>
            </a:xfrm>
            <a:custGeom>
              <a:avLst/>
              <a:gdLst/>
              <a:ahLst/>
              <a:cxnLst/>
              <a:rect r="r" b="b" t="t" l="l"/>
              <a:pathLst>
                <a:path h="536448" w="16117824">
                  <a:moveTo>
                    <a:pt x="0" y="0"/>
                  </a:moveTo>
                  <a:lnTo>
                    <a:pt x="16117824" y="0"/>
                  </a:lnTo>
                  <a:lnTo>
                    <a:pt x="1611782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6" id="6"/>
          <p:cNvSpPr/>
          <p:nvPr/>
        </p:nvSpPr>
        <p:spPr>
          <a:xfrm rot="2700">
            <a:off x="352183" y="969125"/>
            <a:ext cx="17596935" cy="0"/>
          </a:xfrm>
          <a:prstGeom prst="line">
            <a:avLst/>
          </a:prstGeom>
          <a:ln cap="rnd" w="9525">
            <a:solidFill>
              <a:srgbClr val="E3E3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263535" y="497240"/>
            <a:ext cx="1862051" cy="372410"/>
            <a:chOff x="0" y="0"/>
            <a:chExt cx="1706880" cy="3413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" cy="341376"/>
            </a:xfrm>
            <a:custGeom>
              <a:avLst/>
              <a:gdLst/>
              <a:ahLst/>
              <a:cxnLst/>
              <a:rect r="r" b="b" t="t" l="l"/>
              <a:pathLst>
                <a:path h="341376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706880" cy="341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FoodEase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970327" y="550441"/>
            <a:ext cx="532015" cy="266007"/>
            <a:chOff x="0" y="0"/>
            <a:chExt cx="487680" cy="243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7680" cy="243840"/>
            </a:xfrm>
            <a:custGeom>
              <a:avLst/>
              <a:gdLst/>
              <a:ahLst/>
              <a:cxnLst/>
              <a:rect r="r" b="b" t="t" l="l"/>
              <a:pathLst>
                <a:path h="24384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87680" cy="243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3"/>
                </a:lnSpc>
              </a:pPr>
              <a:r>
                <a:rPr lang="en-US" sz="1361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Home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741748" y="550441"/>
            <a:ext cx="731520" cy="266007"/>
            <a:chOff x="0" y="0"/>
            <a:chExt cx="670560" cy="243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0560" cy="243840"/>
            </a:xfrm>
            <a:custGeom>
              <a:avLst/>
              <a:gdLst/>
              <a:ahLst/>
              <a:cxnLst/>
              <a:rect r="r" b="b" t="t" l="l"/>
              <a:pathLst>
                <a:path h="24384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670560" cy="243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3"/>
                </a:lnSpc>
              </a:pPr>
              <a:r>
                <a:rPr lang="en-US" sz="1361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Menu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566371" y="550441"/>
            <a:ext cx="665018" cy="266007"/>
            <a:chOff x="0" y="0"/>
            <a:chExt cx="609600" cy="243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9600" cy="243840"/>
            </a:xfrm>
            <a:custGeom>
              <a:avLst/>
              <a:gdLst/>
              <a:ahLst/>
              <a:cxnLst/>
              <a:rect r="r" b="b" t="t" l="l"/>
              <a:pathLst>
                <a:path h="2438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609600" cy="243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3"/>
                </a:lnSpc>
              </a:pPr>
              <a:r>
                <a:rPr lang="en-US" sz="1361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Deals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430895" y="550441"/>
            <a:ext cx="1263535" cy="266007"/>
            <a:chOff x="0" y="0"/>
            <a:chExt cx="1158240" cy="243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8240" cy="243840"/>
            </a:xfrm>
            <a:custGeom>
              <a:avLst/>
              <a:gdLst/>
              <a:ahLst/>
              <a:cxnLst/>
              <a:rect r="r" b="b" t="t" l="l"/>
              <a:pathLst>
                <a:path h="243840" w="1158240">
                  <a:moveTo>
                    <a:pt x="0" y="0"/>
                  </a:moveTo>
                  <a:lnTo>
                    <a:pt x="1158240" y="0"/>
                  </a:lnTo>
                  <a:lnTo>
                    <a:pt x="1158240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158240" cy="243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3"/>
                </a:lnSpc>
              </a:pPr>
              <a:r>
                <a:rPr lang="en-US" sz="1361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Restaurants  ▾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893935" y="550441"/>
            <a:ext cx="532015" cy="266007"/>
            <a:chOff x="0" y="0"/>
            <a:chExt cx="487680" cy="243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7680" cy="243840"/>
            </a:xfrm>
            <a:custGeom>
              <a:avLst/>
              <a:gdLst/>
              <a:ahLst/>
              <a:cxnLst/>
              <a:rect r="r" b="b" t="t" l="l"/>
              <a:pathLst>
                <a:path h="24384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87680" cy="243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3"/>
                </a:lnSpc>
              </a:pPr>
              <a:r>
                <a:rPr lang="en-US" sz="1361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Log in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558953" y="497240"/>
            <a:ext cx="1077329" cy="359110"/>
            <a:chOff x="0" y="0"/>
            <a:chExt cx="987552" cy="3291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87552" cy="329184"/>
            </a:xfrm>
            <a:custGeom>
              <a:avLst/>
              <a:gdLst/>
              <a:ahLst/>
              <a:cxnLst/>
              <a:rect r="r" b="b" t="t" l="l"/>
              <a:pathLst>
                <a:path h="329184" w="987552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lnTo>
                    <a:pt x="938784" y="0"/>
                  </a:lnTo>
                  <a:cubicBezTo>
                    <a:pt x="965708" y="0"/>
                    <a:pt x="987552" y="21844"/>
                    <a:pt x="987552" y="48768"/>
                  </a:cubicBezTo>
                  <a:lnTo>
                    <a:pt x="987552" y="280416"/>
                  </a:lnTo>
                  <a:cubicBezTo>
                    <a:pt x="987552" y="307340"/>
                    <a:pt x="965708" y="329184"/>
                    <a:pt x="938784" y="329184"/>
                  </a:cubicBezTo>
                  <a:lnTo>
                    <a:pt x="48768" y="329184"/>
                  </a:lnTo>
                  <a:cubicBezTo>
                    <a:pt x="21844" y="329184"/>
                    <a:pt x="0" y="307340"/>
                    <a:pt x="0" y="280416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6558953" y="497240"/>
            <a:ext cx="1077329" cy="359110"/>
            <a:chOff x="0" y="0"/>
            <a:chExt cx="987552" cy="3291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87552" cy="329184"/>
            </a:xfrm>
            <a:custGeom>
              <a:avLst/>
              <a:gdLst/>
              <a:ahLst/>
              <a:cxnLst/>
              <a:rect r="r" b="b" t="t" l="l"/>
              <a:pathLst>
                <a:path h="329184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98755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70"/>
                </a:lnSpc>
              </a:pPr>
              <a:r>
                <a:rPr lang="en-US" sz="130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Order Now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98022" y="1228760"/>
            <a:ext cx="5320145" cy="505414"/>
            <a:chOff x="0" y="0"/>
            <a:chExt cx="4876800" cy="4632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76800" cy="463296"/>
            </a:xfrm>
            <a:custGeom>
              <a:avLst/>
              <a:gdLst/>
              <a:ahLst/>
              <a:cxnLst/>
              <a:rect r="r" b="b" t="t" l="l"/>
              <a:pathLst>
                <a:path h="46329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4876800" cy="463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0"/>
                </a:lnSpc>
              </a:pPr>
              <a:r>
                <a:rPr lang="en-US" sz="3141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Our Menu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98022" y="1747474"/>
            <a:ext cx="6650182" cy="266007"/>
            <a:chOff x="0" y="0"/>
            <a:chExt cx="6096000" cy="2438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96000" cy="243840"/>
            </a:xfrm>
            <a:custGeom>
              <a:avLst/>
              <a:gdLst/>
              <a:ahLst/>
              <a:cxnLst/>
              <a:rect r="r" b="b" t="t" l="l"/>
              <a:pathLst>
                <a:path h="2438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6096000" cy="243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3"/>
                </a:lnSpc>
              </a:pPr>
              <a:r>
                <a:rPr lang="en-US" sz="1361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Fresh, desi flavours delivered to your door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240235" y="1368136"/>
            <a:ext cx="4269971" cy="519268"/>
            <a:chOff x="0" y="0"/>
            <a:chExt cx="3914140" cy="4759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14140" cy="475996"/>
            </a:xfrm>
            <a:custGeom>
              <a:avLst/>
              <a:gdLst/>
              <a:ahLst/>
              <a:cxnLst/>
              <a:rect r="r" b="b" t="t" l="l"/>
              <a:pathLst>
                <a:path h="475996" w="3914140">
                  <a:moveTo>
                    <a:pt x="0" y="37592"/>
                  </a:moveTo>
                  <a:cubicBezTo>
                    <a:pt x="0" y="16764"/>
                    <a:pt x="16764" y="0"/>
                    <a:pt x="37592" y="0"/>
                  </a:cubicBezTo>
                  <a:lnTo>
                    <a:pt x="3876548" y="0"/>
                  </a:lnTo>
                  <a:cubicBezTo>
                    <a:pt x="3897249" y="0"/>
                    <a:pt x="3914140" y="16764"/>
                    <a:pt x="3914140" y="37592"/>
                  </a:cubicBezTo>
                  <a:lnTo>
                    <a:pt x="3914140" y="438404"/>
                  </a:lnTo>
                  <a:cubicBezTo>
                    <a:pt x="3914140" y="459105"/>
                    <a:pt x="3897376" y="475996"/>
                    <a:pt x="3876548" y="475996"/>
                  </a:cubicBezTo>
                  <a:lnTo>
                    <a:pt x="37592" y="475996"/>
                  </a:lnTo>
                  <a:cubicBezTo>
                    <a:pt x="16764" y="475996"/>
                    <a:pt x="0" y="459232"/>
                    <a:pt x="0" y="43840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5D5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433367" y="1428265"/>
            <a:ext cx="3857105" cy="399011"/>
            <a:chOff x="0" y="0"/>
            <a:chExt cx="3535680" cy="3657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535680" cy="365760"/>
            </a:xfrm>
            <a:custGeom>
              <a:avLst/>
              <a:gdLst/>
              <a:ahLst/>
              <a:cxnLst/>
              <a:rect r="r" b="b" t="t" l="l"/>
              <a:pathLst>
                <a:path h="36576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353568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70"/>
                </a:lnSpc>
              </a:pPr>
              <a:r>
                <a:rPr lang="en-US" sz="1309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Search dishes, e.g. biryani, karahi...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971264" y="1375064"/>
            <a:ext cx="532015" cy="505414"/>
            <a:chOff x="0" y="0"/>
            <a:chExt cx="487680" cy="4632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7680" cy="463296"/>
            </a:xfrm>
            <a:custGeom>
              <a:avLst/>
              <a:gdLst/>
              <a:ahLst/>
              <a:cxnLst/>
              <a:rect r="r" b="b" t="t" l="l"/>
              <a:pathLst>
                <a:path h="463296" w="487680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451104" y="0"/>
                  </a:lnTo>
                  <a:cubicBezTo>
                    <a:pt x="471297" y="0"/>
                    <a:pt x="487680" y="16383"/>
                    <a:pt x="487680" y="36576"/>
                  </a:cubicBezTo>
                  <a:lnTo>
                    <a:pt x="487680" y="426720"/>
                  </a:lnTo>
                  <a:cubicBezTo>
                    <a:pt x="487680" y="446913"/>
                    <a:pt x="471297" y="463296"/>
                    <a:pt x="451104" y="463296"/>
                  </a:cubicBezTo>
                  <a:lnTo>
                    <a:pt x="36576" y="463296"/>
                  </a:lnTo>
                  <a:cubicBezTo>
                    <a:pt x="16383" y="463296"/>
                    <a:pt x="0" y="446913"/>
                    <a:pt x="0" y="426720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7103713" y="1494213"/>
            <a:ext cx="200614" cy="200614"/>
            <a:chOff x="0" y="0"/>
            <a:chExt cx="183896" cy="1838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3896" cy="183896"/>
            </a:xfrm>
            <a:custGeom>
              <a:avLst/>
              <a:gdLst/>
              <a:ahLst/>
              <a:cxnLst/>
              <a:rect r="r" b="b" t="t" l="l"/>
              <a:pathLst>
                <a:path h="183896" w="183896">
                  <a:moveTo>
                    <a:pt x="0" y="91948"/>
                  </a:moveTo>
                  <a:cubicBezTo>
                    <a:pt x="0" y="41148"/>
                    <a:pt x="41148" y="0"/>
                    <a:pt x="91948" y="0"/>
                  </a:cubicBezTo>
                  <a:cubicBezTo>
                    <a:pt x="142748" y="0"/>
                    <a:pt x="183896" y="41148"/>
                    <a:pt x="183896" y="91948"/>
                  </a:cubicBezTo>
                  <a:cubicBezTo>
                    <a:pt x="183896" y="142748"/>
                    <a:pt x="142748" y="183896"/>
                    <a:pt x="91948" y="183896"/>
                  </a:cubicBezTo>
                  <a:cubicBezTo>
                    <a:pt x="41148" y="183896"/>
                    <a:pt x="0" y="142748"/>
                    <a:pt x="0" y="9194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AutoShape 45" id="45"/>
          <p:cNvSpPr/>
          <p:nvPr/>
        </p:nvSpPr>
        <p:spPr>
          <a:xfrm rot="2700000">
            <a:off x="17227753" y="1680418"/>
            <a:ext cx="152040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798022" y="2252888"/>
            <a:ext cx="738170" cy="399011"/>
            <a:chOff x="0" y="0"/>
            <a:chExt cx="676656" cy="3657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76656" cy="365760"/>
            </a:xfrm>
            <a:custGeom>
              <a:avLst/>
              <a:gdLst/>
              <a:ahLst/>
              <a:cxnLst/>
              <a:rect r="r" b="b" t="t" l="l"/>
              <a:pathLst>
                <a:path h="365760" w="67665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93776" y="0"/>
                  </a:lnTo>
                  <a:cubicBezTo>
                    <a:pt x="594741" y="0"/>
                    <a:pt x="676656" y="81915"/>
                    <a:pt x="676656" y="182880"/>
                  </a:cubicBezTo>
                  <a:cubicBezTo>
                    <a:pt x="676656" y="283845"/>
                    <a:pt x="594741" y="365760"/>
                    <a:pt x="493776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98022" y="2266188"/>
            <a:ext cx="738170" cy="372410"/>
            <a:chOff x="0" y="0"/>
            <a:chExt cx="676656" cy="34137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76656" cy="341376"/>
            </a:xfrm>
            <a:custGeom>
              <a:avLst/>
              <a:gdLst/>
              <a:ahLst/>
              <a:cxnLst/>
              <a:rect r="r" b="b" t="t" l="l"/>
              <a:pathLst>
                <a:path h="34137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729" t="0" r="-14729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676656" cy="341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All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69196" y="2252888"/>
            <a:ext cx="964276" cy="399011"/>
            <a:chOff x="0" y="0"/>
            <a:chExt cx="883920" cy="3657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83920" cy="365760"/>
            </a:xfrm>
            <a:custGeom>
              <a:avLst/>
              <a:gdLst/>
              <a:ahLst/>
              <a:cxnLst/>
              <a:rect r="r" b="b" t="t" l="l"/>
              <a:pathLst>
                <a:path h="365760" w="883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701040" y="0"/>
                  </a:lnTo>
                  <a:cubicBezTo>
                    <a:pt x="802005" y="0"/>
                    <a:pt x="883920" y="81915"/>
                    <a:pt x="883920" y="182880"/>
                  </a:cubicBezTo>
                  <a:cubicBezTo>
                    <a:pt x="883920" y="283845"/>
                    <a:pt x="802005" y="365760"/>
                    <a:pt x="701040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E8F0E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669196" y="2266188"/>
            <a:ext cx="964276" cy="372410"/>
            <a:chOff x="0" y="0"/>
            <a:chExt cx="883920" cy="34137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83920" cy="341376"/>
            </a:xfrm>
            <a:custGeom>
              <a:avLst/>
              <a:gdLst/>
              <a:ahLst/>
              <a:cxnLst/>
              <a:rect r="r" b="b" t="t" l="l"/>
              <a:pathLst>
                <a:path h="341376" w="883920">
                  <a:moveTo>
                    <a:pt x="0" y="0"/>
                  </a:moveTo>
                  <a:lnTo>
                    <a:pt x="883920" y="0"/>
                  </a:lnTo>
                  <a:lnTo>
                    <a:pt x="883920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" r="0" b="-45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883920" cy="341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6">
                  <a:solidFill>
                    <a:srgbClr val="2F4F2A"/>
                  </a:solidFill>
                  <a:latin typeface="Inter"/>
                  <a:ea typeface="Inter"/>
                  <a:cs typeface="Inter"/>
                  <a:sym typeface="Inter"/>
                </a:rPr>
                <a:t>Pizza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766476" y="2252888"/>
            <a:ext cx="1642595" cy="399011"/>
            <a:chOff x="0" y="0"/>
            <a:chExt cx="1505712" cy="3657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505712" cy="365760"/>
            </a:xfrm>
            <a:custGeom>
              <a:avLst/>
              <a:gdLst/>
              <a:ahLst/>
              <a:cxnLst/>
              <a:rect r="r" b="b" t="t" l="l"/>
              <a:pathLst>
                <a:path h="365760" w="150571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322832" y="0"/>
                  </a:lnTo>
                  <a:cubicBezTo>
                    <a:pt x="1423797" y="0"/>
                    <a:pt x="1505712" y="81915"/>
                    <a:pt x="1505712" y="182880"/>
                  </a:cubicBezTo>
                  <a:cubicBezTo>
                    <a:pt x="1505712" y="283845"/>
                    <a:pt x="1423797" y="365760"/>
                    <a:pt x="1322832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E8F0E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2766476" y="2266188"/>
            <a:ext cx="1642595" cy="372410"/>
            <a:chOff x="0" y="0"/>
            <a:chExt cx="1505712" cy="34137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505712" cy="341376"/>
            </a:xfrm>
            <a:custGeom>
              <a:avLst/>
              <a:gdLst/>
              <a:ahLst/>
              <a:cxnLst/>
              <a:rect r="r" b="b" t="t" l="l"/>
              <a:pathLst>
                <a:path h="341376" w="1505712">
                  <a:moveTo>
                    <a:pt x="0" y="0"/>
                  </a:moveTo>
                  <a:lnTo>
                    <a:pt x="1505712" y="0"/>
                  </a:lnTo>
                  <a:lnTo>
                    <a:pt x="1505712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942" r="0" b="-3594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1505712" cy="341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6">
                  <a:solidFill>
                    <a:srgbClr val="2F4F2A"/>
                  </a:solidFill>
                  <a:latin typeface="Inter"/>
                  <a:ea typeface="Inter"/>
                  <a:cs typeface="Inter"/>
                  <a:sym typeface="Inter"/>
                </a:rPr>
                <a:t>BBQ &amp; Grill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542074" y="2252888"/>
            <a:ext cx="1077329" cy="399011"/>
            <a:chOff x="0" y="0"/>
            <a:chExt cx="987552" cy="3657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87552" cy="365760"/>
            </a:xfrm>
            <a:custGeom>
              <a:avLst/>
              <a:gdLst/>
              <a:ahLst/>
              <a:cxnLst/>
              <a:rect r="r" b="b" t="t" l="l"/>
              <a:pathLst>
                <a:path h="365760" w="98755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804672" y="0"/>
                  </a:lnTo>
                  <a:cubicBezTo>
                    <a:pt x="905637" y="0"/>
                    <a:pt x="987552" y="81915"/>
                    <a:pt x="987552" y="182880"/>
                  </a:cubicBezTo>
                  <a:cubicBezTo>
                    <a:pt x="987552" y="283845"/>
                    <a:pt x="905637" y="365760"/>
                    <a:pt x="804672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E8F0E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4542074" y="2266188"/>
            <a:ext cx="1077329" cy="372410"/>
            <a:chOff x="0" y="0"/>
            <a:chExt cx="987552" cy="34137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87552" cy="341376"/>
            </a:xfrm>
            <a:custGeom>
              <a:avLst/>
              <a:gdLst/>
              <a:ahLst/>
              <a:cxnLst/>
              <a:rect r="r" b="b" t="t" l="l"/>
              <a:pathLst>
                <a:path h="341376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7" r="0" b="-636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987552" cy="341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6">
                  <a:solidFill>
                    <a:srgbClr val="2F4F2A"/>
                  </a:solidFill>
                  <a:latin typeface="Inter"/>
                  <a:ea typeface="Inter"/>
                  <a:cs typeface="Inter"/>
                  <a:sym typeface="Inter"/>
                </a:rPr>
                <a:t>Karahi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752407" y="2252888"/>
            <a:ext cx="1190383" cy="399011"/>
            <a:chOff x="0" y="0"/>
            <a:chExt cx="1091184" cy="3657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1184" cy="365760"/>
            </a:xfrm>
            <a:custGeom>
              <a:avLst/>
              <a:gdLst/>
              <a:ahLst/>
              <a:cxnLst/>
              <a:rect r="r" b="b" t="t" l="l"/>
              <a:pathLst>
                <a:path h="365760" w="10911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08304" y="0"/>
                  </a:lnTo>
                  <a:cubicBezTo>
                    <a:pt x="1009269" y="0"/>
                    <a:pt x="1091184" y="81915"/>
                    <a:pt x="1091184" y="182880"/>
                  </a:cubicBezTo>
                  <a:cubicBezTo>
                    <a:pt x="1091184" y="283845"/>
                    <a:pt x="1009269" y="365760"/>
                    <a:pt x="908304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E8F0E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752407" y="2266188"/>
            <a:ext cx="1190383" cy="372410"/>
            <a:chOff x="0" y="0"/>
            <a:chExt cx="1091184" cy="34137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1184" cy="341376"/>
            </a:xfrm>
            <a:custGeom>
              <a:avLst/>
              <a:gdLst/>
              <a:ahLst/>
              <a:cxnLst/>
              <a:rect r="r" b="b" t="t" l="l"/>
              <a:pathLst>
                <a:path h="341376" w="1091184">
                  <a:moveTo>
                    <a:pt x="0" y="0"/>
                  </a:moveTo>
                  <a:lnTo>
                    <a:pt x="1091184" y="0"/>
                  </a:lnTo>
                  <a:lnTo>
                    <a:pt x="1091184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82" r="0" b="-1228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091184" cy="341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6">
                  <a:solidFill>
                    <a:srgbClr val="2F4F2A"/>
                  </a:solidFill>
                  <a:latin typeface="Inter"/>
                  <a:ea typeface="Inter"/>
                  <a:cs typeface="Inter"/>
                  <a:sym typeface="Inter"/>
                </a:rPr>
                <a:t>Chinese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075793" y="2252888"/>
            <a:ext cx="1190383" cy="399011"/>
            <a:chOff x="0" y="0"/>
            <a:chExt cx="1091184" cy="3657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1184" cy="365760"/>
            </a:xfrm>
            <a:custGeom>
              <a:avLst/>
              <a:gdLst/>
              <a:ahLst/>
              <a:cxnLst/>
              <a:rect r="r" b="b" t="t" l="l"/>
              <a:pathLst>
                <a:path h="365760" w="10911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08304" y="0"/>
                  </a:lnTo>
                  <a:cubicBezTo>
                    <a:pt x="1009269" y="0"/>
                    <a:pt x="1091184" y="81915"/>
                    <a:pt x="1091184" y="182880"/>
                  </a:cubicBezTo>
                  <a:cubicBezTo>
                    <a:pt x="1091184" y="283845"/>
                    <a:pt x="1009269" y="365760"/>
                    <a:pt x="908304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E8F0E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7075793" y="2266188"/>
            <a:ext cx="1190383" cy="372410"/>
            <a:chOff x="0" y="0"/>
            <a:chExt cx="1091184" cy="34137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91184" cy="341376"/>
            </a:xfrm>
            <a:custGeom>
              <a:avLst/>
              <a:gdLst/>
              <a:ahLst/>
              <a:cxnLst/>
              <a:rect r="r" b="b" t="t" l="l"/>
              <a:pathLst>
                <a:path h="341376" w="1091184">
                  <a:moveTo>
                    <a:pt x="0" y="0"/>
                  </a:moveTo>
                  <a:lnTo>
                    <a:pt x="1091184" y="0"/>
                  </a:lnTo>
                  <a:lnTo>
                    <a:pt x="1091184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82" r="0" b="-1228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1091184" cy="341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6">
                  <a:solidFill>
                    <a:srgbClr val="2F4F2A"/>
                  </a:solidFill>
                  <a:latin typeface="Inter"/>
                  <a:ea typeface="Inter"/>
                  <a:cs typeface="Inter"/>
                  <a:sym typeface="Inter"/>
                </a:rPr>
                <a:t>Burgers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399180" y="2252888"/>
            <a:ext cx="1303436" cy="399011"/>
            <a:chOff x="0" y="0"/>
            <a:chExt cx="1194816" cy="3657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94816" cy="365760"/>
            </a:xfrm>
            <a:custGeom>
              <a:avLst/>
              <a:gdLst/>
              <a:ahLst/>
              <a:cxnLst/>
              <a:rect r="r" b="b" t="t" l="l"/>
              <a:pathLst>
                <a:path h="365760" w="119481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11936" y="0"/>
                  </a:lnTo>
                  <a:cubicBezTo>
                    <a:pt x="1112901" y="0"/>
                    <a:pt x="1194816" y="81915"/>
                    <a:pt x="1194816" y="182880"/>
                  </a:cubicBezTo>
                  <a:cubicBezTo>
                    <a:pt x="1194816" y="283845"/>
                    <a:pt x="1112901" y="365760"/>
                    <a:pt x="1011936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E8F0E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399180" y="2266188"/>
            <a:ext cx="1303436" cy="372410"/>
            <a:chOff x="0" y="0"/>
            <a:chExt cx="1194816" cy="34137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94816" cy="341376"/>
            </a:xfrm>
            <a:custGeom>
              <a:avLst/>
              <a:gdLst/>
              <a:ahLst/>
              <a:cxnLst/>
              <a:rect r="r" b="b" t="t" l="l"/>
              <a:pathLst>
                <a:path h="341376" w="1194816">
                  <a:moveTo>
                    <a:pt x="0" y="0"/>
                  </a:moveTo>
                  <a:lnTo>
                    <a:pt x="1194816" y="0"/>
                  </a:lnTo>
                  <a:lnTo>
                    <a:pt x="1194816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1194816" cy="341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6">
                  <a:solidFill>
                    <a:srgbClr val="2F4F2A"/>
                  </a:solidFill>
                  <a:latin typeface="Inter"/>
                  <a:ea typeface="Inter"/>
                  <a:cs typeface="Inter"/>
                  <a:sym typeface="Inter"/>
                </a:rPr>
                <a:t>Desserts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835619" y="2252888"/>
            <a:ext cx="1077329" cy="399011"/>
            <a:chOff x="0" y="0"/>
            <a:chExt cx="987552" cy="3657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87552" cy="365760"/>
            </a:xfrm>
            <a:custGeom>
              <a:avLst/>
              <a:gdLst/>
              <a:ahLst/>
              <a:cxnLst/>
              <a:rect r="r" b="b" t="t" l="l"/>
              <a:pathLst>
                <a:path h="365760" w="98755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804672" y="0"/>
                  </a:lnTo>
                  <a:cubicBezTo>
                    <a:pt x="905637" y="0"/>
                    <a:pt x="987552" y="81915"/>
                    <a:pt x="987552" y="182880"/>
                  </a:cubicBezTo>
                  <a:cubicBezTo>
                    <a:pt x="987552" y="283845"/>
                    <a:pt x="905637" y="365760"/>
                    <a:pt x="804672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E8F0E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835619" y="2266188"/>
            <a:ext cx="1077329" cy="372410"/>
            <a:chOff x="0" y="0"/>
            <a:chExt cx="987552" cy="34137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87552" cy="341376"/>
            </a:xfrm>
            <a:custGeom>
              <a:avLst/>
              <a:gdLst/>
              <a:ahLst/>
              <a:cxnLst/>
              <a:rect r="r" b="b" t="t" l="l"/>
              <a:pathLst>
                <a:path h="341376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7" r="0" b="-636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987552" cy="341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6">
                  <a:solidFill>
                    <a:srgbClr val="2F4F2A"/>
                  </a:solidFill>
                  <a:latin typeface="Inter"/>
                  <a:ea typeface="Inter"/>
                  <a:cs typeface="Inter"/>
                  <a:sym typeface="Inter"/>
                </a:rPr>
                <a:t>Drinks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98022" y="2904605"/>
            <a:ext cx="3990109" cy="2106653"/>
            <a:chOff x="0" y="0"/>
            <a:chExt cx="3657600" cy="193109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657600" cy="1931099"/>
            </a:xfrm>
            <a:custGeom>
              <a:avLst/>
              <a:gdLst/>
              <a:ahLst/>
              <a:cxnLst/>
              <a:rect r="r" b="b" t="t" l="l"/>
              <a:pathLst>
                <a:path h="1931099" w="3657600">
                  <a:moveTo>
                    <a:pt x="0" y="40231"/>
                  </a:moveTo>
                  <a:cubicBezTo>
                    <a:pt x="0" y="18020"/>
                    <a:pt x="27305" y="0"/>
                    <a:pt x="60960" y="0"/>
                  </a:cubicBezTo>
                  <a:lnTo>
                    <a:pt x="3596640" y="0"/>
                  </a:lnTo>
                  <a:cubicBezTo>
                    <a:pt x="3630295" y="0"/>
                    <a:pt x="3657600" y="18020"/>
                    <a:pt x="3657600" y="40231"/>
                  </a:cubicBezTo>
                  <a:lnTo>
                    <a:pt x="3657600" y="1890867"/>
                  </a:lnTo>
                  <a:cubicBezTo>
                    <a:pt x="3657600" y="1913078"/>
                    <a:pt x="3630295" y="1931099"/>
                    <a:pt x="3596640" y="1931099"/>
                  </a:cubicBezTo>
                  <a:lnTo>
                    <a:pt x="60960" y="1931099"/>
                  </a:lnTo>
                  <a:cubicBezTo>
                    <a:pt x="27305" y="1931099"/>
                    <a:pt x="0" y="1913078"/>
                    <a:pt x="0" y="1890867"/>
                  </a:cubicBezTo>
                  <a:close/>
                </a:path>
              </a:pathLst>
            </a:custGeom>
            <a:blipFill>
              <a:blip r:embed="rId2"/>
              <a:stretch>
                <a:fillRect l="-52642" t="0" r="-52642" b="-51524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798022" y="2904605"/>
            <a:ext cx="3990109" cy="2057400"/>
            <a:chOff x="0" y="0"/>
            <a:chExt cx="3657600" cy="188595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657600" cy="1885950"/>
            </a:xfrm>
            <a:custGeom>
              <a:avLst/>
              <a:gdLst/>
              <a:ahLst/>
              <a:cxnLst/>
              <a:rect r="r" b="b" t="t" l="l"/>
              <a:pathLst>
                <a:path h="18859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885950"/>
                  </a:lnTo>
                  <a:lnTo>
                    <a:pt x="0" y="188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397" r="0" b="-4397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31025" y="3037609"/>
            <a:ext cx="1170432" cy="266007"/>
            <a:chOff x="0" y="0"/>
            <a:chExt cx="1072896" cy="2438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72896" cy="243840"/>
            </a:xfrm>
            <a:custGeom>
              <a:avLst/>
              <a:gdLst/>
              <a:ahLst/>
              <a:cxnLst/>
              <a:rect r="r" b="b" t="t" l="l"/>
              <a:pathLst>
                <a:path h="243840" w="1072896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950976" y="0"/>
                  </a:lnTo>
                  <a:cubicBezTo>
                    <a:pt x="1018286" y="0"/>
                    <a:pt x="1072896" y="54610"/>
                    <a:pt x="1072896" y="121920"/>
                  </a:cubicBezTo>
                  <a:cubicBezTo>
                    <a:pt x="1072896" y="189230"/>
                    <a:pt x="1018286" y="243840"/>
                    <a:pt x="950976" y="243840"/>
                  </a:cubicBezTo>
                  <a:lnTo>
                    <a:pt x="121920" y="243840"/>
                  </a:ln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F5C03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31025" y="3050909"/>
            <a:ext cx="1170432" cy="239407"/>
            <a:chOff x="0" y="0"/>
            <a:chExt cx="1072896" cy="21945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72896" cy="219456"/>
            </a:xfrm>
            <a:custGeom>
              <a:avLst/>
              <a:gdLst/>
              <a:ahLst/>
              <a:cxnLst/>
              <a:rect r="r" b="b" t="t" l="l"/>
              <a:pathLst>
                <a:path h="21945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1072896" cy="219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56"/>
                </a:lnSpc>
              </a:pPr>
              <a:r>
                <a:rPr lang="en-US" sz="1047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Bestseller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84227" y="5068408"/>
            <a:ext cx="3617699" cy="266007"/>
            <a:chOff x="0" y="0"/>
            <a:chExt cx="3316224" cy="2438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316224" cy="243840"/>
            </a:xfrm>
            <a:custGeom>
              <a:avLst/>
              <a:gdLst/>
              <a:ahLst/>
              <a:cxnLst/>
              <a:rect r="r" b="b" t="t" l="l"/>
              <a:pathLst>
                <a:path h="243840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3316224" cy="253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518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Chicken Tikka Pizza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84227" y="5387617"/>
            <a:ext cx="3617699" cy="212806"/>
            <a:chOff x="0" y="0"/>
            <a:chExt cx="3316224" cy="19507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316224" cy="195072"/>
            </a:xfrm>
            <a:custGeom>
              <a:avLst/>
              <a:gdLst/>
              <a:ahLst/>
              <a:cxnLst/>
              <a:rect r="r" b="b" t="t" l="l"/>
              <a:pathLst>
                <a:path h="195072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195072"/>
                  </a:lnTo>
                  <a:lnTo>
                    <a:pt x="0" y="1950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3316224" cy="195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82"/>
                </a:lnSpc>
              </a:pPr>
              <a:r>
                <a:rPr lang="en-US" sz="1152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Medium, crown crust, tikka chunks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84227" y="5684381"/>
            <a:ext cx="1995055" cy="292608"/>
            <a:chOff x="0" y="0"/>
            <a:chExt cx="1828800" cy="26822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828800" cy="268224"/>
            </a:xfrm>
            <a:custGeom>
              <a:avLst/>
              <a:gdLst/>
              <a:ahLst/>
              <a:cxnLst/>
              <a:rect r="r" b="b" t="t" l="l"/>
              <a:pathLst>
                <a:path h="26822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68224"/>
                  </a:lnTo>
                  <a:lnTo>
                    <a:pt x="0" y="268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1828800" cy="27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518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Rs. 1,250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3670900" y="5657781"/>
            <a:ext cx="931025" cy="319209"/>
            <a:chOff x="0" y="0"/>
            <a:chExt cx="853440" cy="29260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85344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7136" y="0"/>
                  </a:lnTo>
                  <a:cubicBezTo>
                    <a:pt x="787908" y="0"/>
                    <a:pt x="853440" y="65532"/>
                    <a:pt x="853440" y="146304"/>
                  </a:cubicBezTo>
                  <a:cubicBezTo>
                    <a:pt x="853440" y="227076"/>
                    <a:pt x="787908" y="292608"/>
                    <a:pt x="707136" y="292608"/>
                  </a:cubicBezTo>
                  <a:lnTo>
                    <a:pt x="146304" y="292608"/>
                  </a:ln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3670900" y="5657781"/>
            <a:ext cx="931025" cy="319209"/>
            <a:chOff x="0" y="0"/>
            <a:chExt cx="853440" cy="29260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5344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9525"/>
              <a:ext cx="85344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5"/>
                </a:lnSpc>
              </a:pPr>
              <a:r>
                <a:rPr lang="en-US" sz="120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+ Add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5036404" y="2904605"/>
            <a:ext cx="3990109" cy="3192087"/>
            <a:chOff x="0" y="0"/>
            <a:chExt cx="3657600" cy="29260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657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65760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3596640" y="0"/>
                  </a:lnTo>
                  <a:cubicBezTo>
                    <a:pt x="3630295" y="0"/>
                    <a:pt x="3657600" y="27305"/>
                    <a:pt x="3657600" y="60960"/>
                  </a:cubicBezTo>
                  <a:lnTo>
                    <a:pt x="3657600" y="2865120"/>
                  </a:lnTo>
                  <a:cubicBezTo>
                    <a:pt x="3657600" y="2898775"/>
                    <a:pt x="3630295" y="2926080"/>
                    <a:pt x="3596640" y="2926080"/>
                  </a:cubicBezTo>
                  <a:lnTo>
                    <a:pt x="60960" y="2926080"/>
                  </a:lnTo>
                  <a:cubicBezTo>
                    <a:pt x="27305" y="2926080"/>
                    <a:pt x="0" y="2898775"/>
                    <a:pt x="0" y="28651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5036404" y="2904605"/>
            <a:ext cx="3990109" cy="2057400"/>
            <a:chOff x="0" y="0"/>
            <a:chExt cx="3657600" cy="188595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657600" cy="1885950"/>
            </a:xfrm>
            <a:custGeom>
              <a:avLst/>
              <a:gdLst/>
              <a:ahLst/>
              <a:cxnLst/>
              <a:rect r="r" b="b" t="t" l="l"/>
              <a:pathLst>
                <a:path h="18859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885950"/>
                  </a:lnTo>
                  <a:lnTo>
                    <a:pt x="0" y="188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5454" r="0" b="-95454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5222609" y="5068408"/>
            <a:ext cx="3617699" cy="266007"/>
            <a:chOff x="0" y="0"/>
            <a:chExt cx="3316224" cy="2438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316224" cy="243840"/>
            </a:xfrm>
            <a:custGeom>
              <a:avLst/>
              <a:gdLst/>
              <a:ahLst/>
              <a:cxnLst/>
              <a:rect r="r" b="b" t="t" l="l"/>
              <a:pathLst>
                <a:path h="243840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3316224" cy="253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518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Chicken Chowmein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5222609" y="5387617"/>
            <a:ext cx="3617699" cy="212806"/>
            <a:chOff x="0" y="0"/>
            <a:chExt cx="3316224" cy="19507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316224" cy="195072"/>
            </a:xfrm>
            <a:custGeom>
              <a:avLst/>
              <a:gdLst/>
              <a:ahLst/>
              <a:cxnLst/>
              <a:rect r="r" b="b" t="t" l="l"/>
              <a:pathLst>
                <a:path h="195072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195072"/>
                  </a:lnTo>
                  <a:lnTo>
                    <a:pt x="0" y="1950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0"/>
              <a:ext cx="3316224" cy="195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82"/>
                </a:lnSpc>
              </a:pPr>
              <a:r>
                <a:rPr lang="en-US" sz="1152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Wok-tossed noodles with chicken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5222609" y="5684381"/>
            <a:ext cx="1995055" cy="292608"/>
            <a:chOff x="0" y="0"/>
            <a:chExt cx="1828800" cy="26822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828800" cy="268224"/>
            </a:xfrm>
            <a:custGeom>
              <a:avLst/>
              <a:gdLst/>
              <a:ahLst/>
              <a:cxnLst/>
              <a:rect r="r" b="b" t="t" l="l"/>
              <a:pathLst>
                <a:path h="26822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68224"/>
                  </a:lnTo>
                  <a:lnTo>
                    <a:pt x="0" y="268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9525"/>
              <a:ext cx="1828800" cy="27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518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Rs. 620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7909283" y="5657781"/>
            <a:ext cx="931025" cy="319209"/>
            <a:chOff x="0" y="0"/>
            <a:chExt cx="853440" cy="29260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85344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7136" y="0"/>
                  </a:lnTo>
                  <a:cubicBezTo>
                    <a:pt x="787908" y="0"/>
                    <a:pt x="853440" y="65532"/>
                    <a:pt x="853440" y="146304"/>
                  </a:cubicBezTo>
                  <a:cubicBezTo>
                    <a:pt x="853440" y="227076"/>
                    <a:pt x="787908" y="292608"/>
                    <a:pt x="707136" y="292608"/>
                  </a:cubicBezTo>
                  <a:lnTo>
                    <a:pt x="146304" y="292608"/>
                  </a:ln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7909283" y="5657781"/>
            <a:ext cx="931025" cy="319209"/>
            <a:chOff x="0" y="0"/>
            <a:chExt cx="853440" cy="29260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85344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85344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5"/>
                </a:lnSpc>
              </a:pPr>
              <a:r>
                <a:rPr lang="en-US" sz="120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+ Add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9274787" y="2904605"/>
            <a:ext cx="3990109" cy="3192087"/>
            <a:chOff x="0" y="0"/>
            <a:chExt cx="3657600" cy="292608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3657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65760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3596640" y="0"/>
                  </a:lnTo>
                  <a:cubicBezTo>
                    <a:pt x="3630295" y="0"/>
                    <a:pt x="3657600" y="27305"/>
                    <a:pt x="3657600" y="60960"/>
                  </a:cubicBezTo>
                  <a:lnTo>
                    <a:pt x="3657600" y="2865120"/>
                  </a:lnTo>
                  <a:cubicBezTo>
                    <a:pt x="3657600" y="2898775"/>
                    <a:pt x="3630295" y="2926080"/>
                    <a:pt x="3596640" y="2926080"/>
                  </a:cubicBezTo>
                  <a:lnTo>
                    <a:pt x="60960" y="2926080"/>
                  </a:lnTo>
                  <a:cubicBezTo>
                    <a:pt x="27305" y="2926080"/>
                    <a:pt x="0" y="2898775"/>
                    <a:pt x="0" y="28651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9274787" y="2904605"/>
            <a:ext cx="3990109" cy="2057400"/>
            <a:chOff x="0" y="0"/>
            <a:chExt cx="3657600" cy="188595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657600" cy="1885950"/>
            </a:xfrm>
            <a:custGeom>
              <a:avLst/>
              <a:gdLst/>
              <a:ahLst/>
              <a:cxnLst/>
              <a:rect r="r" b="b" t="t" l="l"/>
              <a:pathLst>
                <a:path h="18859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885950"/>
                  </a:lnTo>
                  <a:lnTo>
                    <a:pt x="0" y="188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6969" r="0" b="-46969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9407791" y="3037609"/>
            <a:ext cx="891124" cy="266007"/>
            <a:chOff x="0" y="0"/>
            <a:chExt cx="816864" cy="2438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816864" cy="243840"/>
            </a:xfrm>
            <a:custGeom>
              <a:avLst/>
              <a:gdLst/>
              <a:ahLst/>
              <a:cxnLst/>
              <a:rect r="r" b="b" t="t" l="l"/>
              <a:pathLst>
                <a:path h="243840" w="816864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694944" y="0"/>
                  </a:lnTo>
                  <a:cubicBezTo>
                    <a:pt x="762254" y="0"/>
                    <a:pt x="816864" y="54610"/>
                    <a:pt x="816864" y="121920"/>
                  </a:cubicBezTo>
                  <a:cubicBezTo>
                    <a:pt x="816864" y="189230"/>
                    <a:pt x="762254" y="243840"/>
                    <a:pt x="694944" y="243840"/>
                  </a:cubicBezTo>
                  <a:lnTo>
                    <a:pt x="121920" y="243840"/>
                  </a:ln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F5C03A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407791" y="3050909"/>
            <a:ext cx="891124" cy="239407"/>
            <a:chOff x="0" y="0"/>
            <a:chExt cx="816864" cy="21945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816864" cy="219456"/>
            </a:xfrm>
            <a:custGeom>
              <a:avLst/>
              <a:gdLst/>
              <a:ahLst/>
              <a:cxnLst/>
              <a:rect r="r" b="b" t="t" l="l"/>
              <a:pathLst>
                <a:path h="219456" w="816864">
                  <a:moveTo>
                    <a:pt x="0" y="0"/>
                  </a:moveTo>
                  <a:lnTo>
                    <a:pt x="816864" y="0"/>
                  </a:lnTo>
                  <a:lnTo>
                    <a:pt x="816864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27" r="0" b="-22527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0"/>
              <a:ext cx="816864" cy="219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56"/>
                </a:lnSpc>
              </a:pPr>
              <a:r>
                <a:rPr lang="en-US" sz="1047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Popular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9460992" y="5068408"/>
            <a:ext cx="3617699" cy="266007"/>
            <a:chOff x="0" y="0"/>
            <a:chExt cx="3316224" cy="24384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316224" cy="243840"/>
            </a:xfrm>
            <a:custGeom>
              <a:avLst/>
              <a:gdLst/>
              <a:ahLst/>
              <a:cxnLst/>
              <a:rect r="r" b="b" t="t" l="l"/>
              <a:pathLst>
                <a:path h="243840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9525"/>
              <a:ext cx="3316224" cy="253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518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Malai Boti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9460992" y="5387617"/>
            <a:ext cx="3617699" cy="212806"/>
            <a:chOff x="0" y="0"/>
            <a:chExt cx="3316224" cy="19507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3316224" cy="195072"/>
            </a:xfrm>
            <a:custGeom>
              <a:avLst/>
              <a:gdLst/>
              <a:ahLst/>
              <a:cxnLst/>
              <a:rect r="r" b="b" t="t" l="l"/>
              <a:pathLst>
                <a:path h="195072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195072"/>
                  </a:lnTo>
                  <a:lnTo>
                    <a:pt x="0" y="1950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0"/>
              <a:ext cx="3316224" cy="195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82"/>
                </a:lnSpc>
              </a:pPr>
              <a:r>
                <a:rPr lang="en-US" sz="1152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Creamy boti grilled over charcoal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9460992" y="5684381"/>
            <a:ext cx="1995055" cy="292608"/>
            <a:chOff x="0" y="0"/>
            <a:chExt cx="1828800" cy="268224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828800" cy="268224"/>
            </a:xfrm>
            <a:custGeom>
              <a:avLst/>
              <a:gdLst/>
              <a:ahLst/>
              <a:cxnLst/>
              <a:rect r="r" b="b" t="t" l="l"/>
              <a:pathLst>
                <a:path h="26822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68224"/>
                  </a:lnTo>
                  <a:lnTo>
                    <a:pt x="0" y="268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9525"/>
              <a:ext cx="1828800" cy="27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518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Rs. 850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2147665" y="5657781"/>
            <a:ext cx="931025" cy="319209"/>
            <a:chOff x="0" y="0"/>
            <a:chExt cx="853440" cy="29260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85344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7136" y="0"/>
                  </a:lnTo>
                  <a:cubicBezTo>
                    <a:pt x="787908" y="0"/>
                    <a:pt x="853440" y="65532"/>
                    <a:pt x="853440" y="146304"/>
                  </a:cubicBezTo>
                  <a:cubicBezTo>
                    <a:pt x="853440" y="227076"/>
                    <a:pt x="787908" y="292608"/>
                    <a:pt x="707136" y="292608"/>
                  </a:cubicBezTo>
                  <a:lnTo>
                    <a:pt x="146304" y="292608"/>
                  </a:ln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2147665" y="5657781"/>
            <a:ext cx="931025" cy="319209"/>
            <a:chOff x="0" y="0"/>
            <a:chExt cx="853440" cy="292608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85344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9525"/>
              <a:ext cx="85344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5"/>
                </a:lnSpc>
              </a:pPr>
              <a:r>
                <a:rPr lang="en-US" sz="120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+ Add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3513169" y="2904605"/>
            <a:ext cx="3990109" cy="3192087"/>
            <a:chOff x="0" y="0"/>
            <a:chExt cx="3657600" cy="292608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3657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65760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3596640" y="0"/>
                  </a:lnTo>
                  <a:cubicBezTo>
                    <a:pt x="3630295" y="0"/>
                    <a:pt x="3657600" y="27305"/>
                    <a:pt x="3657600" y="60960"/>
                  </a:cubicBezTo>
                  <a:lnTo>
                    <a:pt x="3657600" y="2865120"/>
                  </a:lnTo>
                  <a:cubicBezTo>
                    <a:pt x="3657600" y="2898775"/>
                    <a:pt x="3630295" y="2926080"/>
                    <a:pt x="3596640" y="2926080"/>
                  </a:cubicBezTo>
                  <a:lnTo>
                    <a:pt x="60960" y="2926080"/>
                  </a:lnTo>
                  <a:cubicBezTo>
                    <a:pt x="27305" y="2926080"/>
                    <a:pt x="0" y="2898775"/>
                    <a:pt x="0" y="28651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3513169" y="2904605"/>
            <a:ext cx="3990109" cy="2057400"/>
            <a:chOff x="0" y="0"/>
            <a:chExt cx="3657600" cy="188595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3657600" cy="1885950"/>
            </a:xfrm>
            <a:custGeom>
              <a:avLst/>
              <a:gdLst/>
              <a:ahLst/>
              <a:cxnLst/>
              <a:rect r="r" b="b" t="t" l="l"/>
              <a:pathLst>
                <a:path h="18859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885950"/>
                  </a:lnTo>
                  <a:lnTo>
                    <a:pt x="0" y="188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6969" r="0" b="-46969"/>
              </a:stretch>
            </a:blip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13699375" y="5068408"/>
            <a:ext cx="3617699" cy="266007"/>
            <a:chOff x="0" y="0"/>
            <a:chExt cx="3316224" cy="24384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3316224" cy="243840"/>
            </a:xfrm>
            <a:custGeom>
              <a:avLst/>
              <a:gdLst/>
              <a:ahLst/>
              <a:cxnLst/>
              <a:rect r="r" b="b" t="t" l="l"/>
              <a:pathLst>
                <a:path h="243840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9525"/>
              <a:ext cx="3316224" cy="253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518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Chicken Handi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3699375" y="5387617"/>
            <a:ext cx="3617699" cy="212806"/>
            <a:chOff x="0" y="0"/>
            <a:chExt cx="3316224" cy="195072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3316224" cy="195072"/>
            </a:xfrm>
            <a:custGeom>
              <a:avLst/>
              <a:gdLst/>
              <a:ahLst/>
              <a:cxnLst/>
              <a:rect r="r" b="b" t="t" l="l"/>
              <a:pathLst>
                <a:path h="195072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195072"/>
                  </a:lnTo>
                  <a:lnTo>
                    <a:pt x="0" y="1950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0"/>
              <a:ext cx="3316224" cy="195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82"/>
                </a:lnSpc>
              </a:pPr>
              <a:r>
                <a:rPr lang="en-US" sz="1152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Slow-cooked in rich desi masala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3699375" y="5684381"/>
            <a:ext cx="1995055" cy="292608"/>
            <a:chOff x="0" y="0"/>
            <a:chExt cx="1828800" cy="268224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1828800" cy="268224"/>
            </a:xfrm>
            <a:custGeom>
              <a:avLst/>
              <a:gdLst/>
              <a:ahLst/>
              <a:cxnLst/>
              <a:rect r="r" b="b" t="t" l="l"/>
              <a:pathLst>
                <a:path h="26822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68224"/>
                  </a:lnTo>
                  <a:lnTo>
                    <a:pt x="0" y="268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9525"/>
              <a:ext cx="1828800" cy="27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518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Rs. 1,350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6386048" y="5657781"/>
            <a:ext cx="931025" cy="319209"/>
            <a:chOff x="0" y="0"/>
            <a:chExt cx="853440" cy="292608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85344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7136" y="0"/>
                  </a:lnTo>
                  <a:cubicBezTo>
                    <a:pt x="787908" y="0"/>
                    <a:pt x="853440" y="65532"/>
                    <a:pt x="853440" y="146304"/>
                  </a:cubicBezTo>
                  <a:cubicBezTo>
                    <a:pt x="853440" y="227076"/>
                    <a:pt x="787908" y="292608"/>
                    <a:pt x="707136" y="292608"/>
                  </a:cubicBezTo>
                  <a:lnTo>
                    <a:pt x="146304" y="292608"/>
                  </a:ln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6386048" y="5657781"/>
            <a:ext cx="931025" cy="319209"/>
            <a:chOff x="0" y="0"/>
            <a:chExt cx="853440" cy="292608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85344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9525"/>
              <a:ext cx="85344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5"/>
                </a:lnSpc>
              </a:pPr>
              <a:r>
                <a:rPr lang="en-US" sz="120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+ Add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798022" y="6296198"/>
            <a:ext cx="3990109" cy="3192087"/>
            <a:chOff x="0" y="0"/>
            <a:chExt cx="3657600" cy="292608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3657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65760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3596640" y="0"/>
                  </a:lnTo>
                  <a:cubicBezTo>
                    <a:pt x="3630295" y="0"/>
                    <a:pt x="3657600" y="27305"/>
                    <a:pt x="3657600" y="60960"/>
                  </a:cubicBezTo>
                  <a:lnTo>
                    <a:pt x="3657600" y="2865120"/>
                  </a:lnTo>
                  <a:cubicBezTo>
                    <a:pt x="3657600" y="2898775"/>
                    <a:pt x="3630295" y="2926080"/>
                    <a:pt x="3596640" y="2926080"/>
                  </a:cubicBezTo>
                  <a:lnTo>
                    <a:pt x="60960" y="2926080"/>
                  </a:lnTo>
                  <a:cubicBezTo>
                    <a:pt x="27305" y="2926080"/>
                    <a:pt x="0" y="2898775"/>
                    <a:pt x="0" y="28651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798022" y="6296198"/>
            <a:ext cx="3990109" cy="2057400"/>
            <a:chOff x="0" y="0"/>
            <a:chExt cx="3657600" cy="188595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3657600" cy="1885950"/>
            </a:xfrm>
            <a:custGeom>
              <a:avLst/>
              <a:gdLst/>
              <a:ahLst/>
              <a:cxnLst/>
              <a:rect r="r" b="b" t="t" l="l"/>
              <a:pathLst>
                <a:path h="18859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885950"/>
                  </a:lnTo>
                  <a:lnTo>
                    <a:pt x="0" y="188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6969" r="0" b="-46969"/>
              </a:stretch>
            </a:blip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984227" y="8460001"/>
            <a:ext cx="3617699" cy="266007"/>
            <a:chOff x="0" y="0"/>
            <a:chExt cx="3316224" cy="2438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3316224" cy="243840"/>
            </a:xfrm>
            <a:custGeom>
              <a:avLst/>
              <a:gdLst/>
              <a:ahLst/>
              <a:cxnLst/>
              <a:rect r="r" b="b" t="t" l="l"/>
              <a:pathLst>
                <a:path h="243840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9525"/>
              <a:ext cx="3316224" cy="253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518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Tikka Boti Platter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984227" y="8779210"/>
            <a:ext cx="3617699" cy="212806"/>
            <a:chOff x="0" y="0"/>
            <a:chExt cx="3316224" cy="195072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3316224" cy="195072"/>
            </a:xfrm>
            <a:custGeom>
              <a:avLst/>
              <a:gdLst/>
              <a:ahLst/>
              <a:cxnLst/>
              <a:rect r="r" b="b" t="t" l="l"/>
              <a:pathLst>
                <a:path h="195072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195072"/>
                  </a:lnTo>
                  <a:lnTo>
                    <a:pt x="0" y="1950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0"/>
              <a:ext cx="3316224" cy="195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82"/>
                </a:lnSpc>
              </a:pPr>
              <a:r>
                <a:rPr lang="en-US" sz="1152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With salad and raita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984227" y="9075974"/>
            <a:ext cx="1995055" cy="292608"/>
            <a:chOff x="0" y="0"/>
            <a:chExt cx="1828800" cy="268224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1828800" cy="268224"/>
            </a:xfrm>
            <a:custGeom>
              <a:avLst/>
              <a:gdLst/>
              <a:ahLst/>
              <a:cxnLst/>
              <a:rect r="r" b="b" t="t" l="l"/>
              <a:pathLst>
                <a:path h="26822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68224"/>
                  </a:lnTo>
                  <a:lnTo>
                    <a:pt x="0" y="268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9525"/>
              <a:ext cx="1828800" cy="27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518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Rs. 990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3670900" y="9049373"/>
            <a:ext cx="931025" cy="319209"/>
            <a:chOff x="0" y="0"/>
            <a:chExt cx="853440" cy="292608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85344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7136" y="0"/>
                  </a:lnTo>
                  <a:cubicBezTo>
                    <a:pt x="787908" y="0"/>
                    <a:pt x="853440" y="65532"/>
                    <a:pt x="853440" y="146304"/>
                  </a:cubicBezTo>
                  <a:cubicBezTo>
                    <a:pt x="853440" y="227076"/>
                    <a:pt x="787908" y="292608"/>
                    <a:pt x="707136" y="292608"/>
                  </a:cubicBezTo>
                  <a:lnTo>
                    <a:pt x="146304" y="292608"/>
                  </a:ln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3670900" y="9049373"/>
            <a:ext cx="931025" cy="319209"/>
            <a:chOff x="0" y="0"/>
            <a:chExt cx="853440" cy="292608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85344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-9525"/>
              <a:ext cx="85344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5"/>
                </a:lnSpc>
              </a:pPr>
              <a:r>
                <a:rPr lang="en-US" sz="120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+ Add</a:t>
              </a:r>
            </a:p>
          </p:txBody>
        </p:sp>
      </p:grpSp>
      <p:grpSp>
        <p:nvGrpSpPr>
          <p:cNvPr name="Group 186" id="186"/>
          <p:cNvGrpSpPr/>
          <p:nvPr/>
        </p:nvGrpSpPr>
        <p:grpSpPr>
          <a:xfrm rot="0">
            <a:off x="5036404" y="6296198"/>
            <a:ext cx="3990109" cy="3192087"/>
            <a:chOff x="0" y="0"/>
            <a:chExt cx="3657600" cy="2926080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3657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65760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3596640" y="0"/>
                  </a:lnTo>
                  <a:cubicBezTo>
                    <a:pt x="3630295" y="0"/>
                    <a:pt x="3657600" y="27305"/>
                    <a:pt x="3657600" y="60960"/>
                  </a:cubicBezTo>
                  <a:lnTo>
                    <a:pt x="3657600" y="2865120"/>
                  </a:lnTo>
                  <a:cubicBezTo>
                    <a:pt x="3657600" y="2898775"/>
                    <a:pt x="3630295" y="2926080"/>
                    <a:pt x="3596640" y="2926080"/>
                  </a:cubicBezTo>
                  <a:lnTo>
                    <a:pt x="60960" y="2926080"/>
                  </a:lnTo>
                  <a:cubicBezTo>
                    <a:pt x="27305" y="2926080"/>
                    <a:pt x="0" y="2898775"/>
                    <a:pt x="0" y="28651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5036404" y="6296198"/>
            <a:ext cx="3990109" cy="2057400"/>
            <a:chOff x="0" y="0"/>
            <a:chExt cx="3657600" cy="1885950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657600" cy="1885950"/>
            </a:xfrm>
            <a:custGeom>
              <a:avLst/>
              <a:gdLst/>
              <a:ahLst/>
              <a:cxnLst/>
              <a:rect r="r" b="b" t="t" l="l"/>
              <a:pathLst>
                <a:path h="18859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885950"/>
                  </a:lnTo>
                  <a:lnTo>
                    <a:pt x="0" y="188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95454" r="0" b="-95454"/>
              </a:stretch>
            </a:blipFill>
          </p:spPr>
        </p:sp>
      </p:grpSp>
      <p:grpSp>
        <p:nvGrpSpPr>
          <p:cNvPr name="Group 190" id="190"/>
          <p:cNvGrpSpPr/>
          <p:nvPr/>
        </p:nvGrpSpPr>
        <p:grpSpPr>
          <a:xfrm rot="0">
            <a:off x="5222609" y="8460001"/>
            <a:ext cx="3617699" cy="266007"/>
            <a:chOff x="0" y="0"/>
            <a:chExt cx="3316224" cy="243840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3316224" cy="243840"/>
            </a:xfrm>
            <a:custGeom>
              <a:avLst/>
              <a:gdLst/>
              <a:ahLst/>
              <a:cxnLst/>
              <a:rect r="r" b="b" t="t" l="l"/>
              <a:pathLst>
                <a:path h="243840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192" id="192"/>
            <p:cNvSpPr txBox="true"/>
            <p:nvPr/>
          </p:nvSpPr>
          <p:spPr>
            <a:xfrm>
              <a:off x="0" y="-9525"/>
              <a:ext cx="3316224" cy="253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518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Chicken Manchurian</a:t>
              </a:r>
            </a:p>
          </p:txBody>
        </p:sp>
      </p:grpSp>
      <p:grpSp>
        <p:nvGrpSpPr>
          <p:cNvPr name="Group 193" id="193"/>
          <p:cNvGrpSpPr/>
          <p:nvPr/>
        </p:nvGrpSpPr>
        <p:grpSpPr>
          <a:xfrm rot="0">
            <a:off x="5222609" y="8779210"/>
            <a:ext cx="3617699" cy="212806"/>
            <a:chOff x="0" y="0"/>
            <a:chExt cx="3316224" cy="195072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3316224" cy="195072"/>
            </a:xfrm>
            <a:custGeom>
              <a:avLst/>
              <a:gdLst/>
              <a:ahLst/>
              <a:cxnLst/>
              <a:rect r="r" b="b" t="t" l="l"/>
              <a:pathLst>
                <a:path h="195072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195072"/>
                  </a:lnTo>
                  <a:lnTo>
                    <a:pt x="0" y="1950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195" id="195"/>
            <p:cNvSpPr txBox="true"/>
            <p:nvPr/>
          </p:nvSpPr>
          <p:spPr>
            <a:xfrm>
              <a:off x="0" y="0"/>
              <a:ext cx="3316224" cy="195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82"/>
                </a:lnSpc>
              </a:pPr>
              <a:r>
                <a:rPr lang="en-US" sz="1152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Crispy, sweet and sour sauce</a:t>
              </a:r>
            </a:p>
          </p:txBody>
        </p:sp>
      </p:grpSp>
      <p:grpSp>
        <p:nvGrpSpPr>
          <p:cNvPr name="Group 196" id="196"/>
          <p:cNvGrpSpPr/>
          <p:nvPr/>
        </p:nvGrpSpPr>
        <p:grpSpPr>
          <a:xfrm rot="0">
            <a:off x="5222609" y="9075974"/>
            <a:ext cx="1995055" cy="292608"/>
            <a:chOff x="0" y="0"/>
            <a:chExt cx="1828800" cy="268224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1828800" cy="268224"/>
            </a:xfrm>
            <a:custGeom>
              <a:avLst/>
              <a:gdLst/>
              <a:ahLst/>
              <a:cxnLst/>
              <a:rect r="r" b="b" t="t" l="l"/>
              <a:pathLst>
                <a:path h="26822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68224"/>
                  </a:lnTo>
                  <a:lnTo>
                    <a:pt x="0" y="268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-9525"/>
              <a:ext cx="1828800" cy="27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518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Rs. 780</a:t>
              </a:r>
            </a:p>
          </p:txBody>
        </p:sp>
      </p:grpSp>
      <p:grpSp>
        <p:nvGrpSpPr>
          <p:cNvPr name="Group 199" id="199"/>
          <p:cNvGrpSpPr/>
          <p:nvPr/>
        </p:nvGrpSpPr>
        <p:grpSpPr>
          <a:xfrm rot="0">
            <a:off x="7909283" y="9049373"/>
            <a:ext cx="931025" cy="319209"/>
            <a:chOff x="0" y="0"/>
            <a:chExt cx="853440" cy="292608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85344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7136" y="0"/>
                  </a:lnTo>
                  <a:cubicBezTo>
                    <a:pt x="787908" y="0"/>
                    <a:pt x="853440" y="65532"/>
                    <a:pt x="853440" y="146304"/>
                  </a:cubicBezTo>
                  <a:cubicBezTo>
                    <a:pt x="853440" y="227076"/>
                    <a:pt x="787908" y="292608"/>
                    <a:pt x="707136" y="292608"/>
                  </a:cubicBezTo>
                  <a:lnTo>
                    <a:pt x="146304" y="292608"/>
                  </a:ln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201" id="201"/>
          <p:cNvGrpSpPr/>
          <p:nvPr/>
        </p:nvGrpSpPr>
        <p:grpSpPr>
          <a:xfrm rot="0">
            <a:off x="7909283" y="9049373"/>
            <a:ext cx="931025" cy="319209"/>
            <a:chOff x="0" y="0"/>
            <a:chExt cx="853440" cy="292608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85344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203" id="203"/>
            <p:cNvSpPr txBox="true"/>
            <p:nvPr/>
          </p:nvSpPr>
          <p:spPr>
            <a:xfrm>
              <a:off x="0" y="-9525"/>
              <a:ext cx="85344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5"/>
                </a:lnSpc>
              </a:pPr>
              <a:r>
                <a:rPr lang="en-US" sz="120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+ Add</a:t>
              </a:r>
            </a:p>
          </p:txBody>
        </p:sp>
      </p:grpSp>
      <p:grpSp>
        <p:nvGrpSpPr>
          <p:cNvPr name="Group 204" id="204"/>
          <p:cNvGrpSpPr/>
          <p:nvPr/>
        </p:nvGrpSpPr>
        <p:grpSpPr>
          <a:xfrm rot="0">
            <a:off x="9274787" y="6296198"/>
            <a:ext cx="3990109" cy="3192087"/>
            <a:chOff x="0" y="0"/>
            <a:chExt cx="3657600" cy="2926080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3657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65760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3596640" y="0"/>
                  </a:lnTo>
                  <a:cubicBezTo>
                    <a:pt x="3630295" y="0"/>
                    <a:pt x="3657600" y="27305"/>
                    <a:pt x="3657600" y="60960"/>
                  </a:cubicBezTo>
                  <a:lnTo>
                    <a:pt x="3657600" y="2865120"/>
                  </a:lnTo>
                  <a:cubicBezTo>
                    <a:pt x="3657600" y="2898775"/>
                    <a:pt x="3630295" y="2926080"/>
                    <a:pt x="3596640" y="2926080"/>
                  </a:cubicBezTo>
                  <a:lnTo>
                    <a:pt x="60960" y="2926080"/>
                  </a:lnTo>
                  <a:cubicBezTo>
                    <a:pt x="27305" y="2926080"/>
                    <a:pt x="0" y="2898775"/>
                    <a:pt x="0" y="28651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9274787" y="6296198"/>
            <a:ext cx="3990109" cy="2057400"/>
            <a:chOff x="0" y="0"/>
            <a:chExt cx="3657600" cy="1885950"/>
          </a:xfrm>
        </p:grpSpPr>
        <p:sp>
          <p:nvSpPr>
            <p:cNvPr name="Freeform 207" id="207">
              <a:hlinkClick r:id="rId9" tooltip="https://encrypted-tbn0.gstatic.com/images?q=tbn:ANd9GcTHLFkpPf18RJsOs29z0XUXgKBNoNSeGkzjbroOj6vc5w&amp;s=10"/>
            </p:cNvPr>
            <p:cNvSpPr/>
            <p:nvPr/>
          </p:nvSpPr>
          <p:spPr>
            <a:xfrm flipH="false" flipV="false" rot="0">
              <a:off x="0" y="0"/>
              <a:ext cx="3657600" cy="1885950"/>
            </a:xfrm>
            <a:custGeom>
              <a:avLst/>
              <a:gdLst/>
              <a:ahLst/>
              <a:cxnLst/>
              <a:rect r="r" b="b" t="t" l="l"/>
              <a:pathLst>
                <a:path h="18859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885950"/>
                  </a:lnTo>
                  <a:lnTo>
                    <a:pt x="0" y="188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71506" r="0" b="-71506"/>
              </a:stretch>
            </a:blipFill>
          </p:spPr>
        </p:sp>
      </p:grpSp>
      <p:grpSp>
        <p:nvGrpSpPr>
          <p:cNvPr name="Group 208" id="208"/>
          <p:cNvGrpSpPr/>
          <p:nvPr/>
        </p:nvGrpSpPr>
        <p:grpSpPr>
          <a:xfrm rot="0">
            <a:off x="9460992" y="8460001"/>
            <a:ext cx="3617699" cy="266007"/>
            <a:chOff x="0" y="0"/>
            <a:chExt cx="3316224" cy="243840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3316224" cy="243840"/>
            </a:xfrm>
            <a:custGeom>
              <a:avLst/>
              <a:gdLst/>
              <a:ahLst/>
              <a:cxnLst/>
              <a:rect r="r" b="b" t="t" l="l"/>
              <a:pathLst>
                <a:path h="243840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210" id="210"/>
            <p:cNvSpPr txBox="true"/>
            <p:nvPr/>
          </p:nvSpPr>
          <p:spPr>
            <a:xfrm>
              <a:off x="0" y="-9525"/>
              <a:ext cx="3316224" cy="253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518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Chicken Karahi (Half)</a:t>
              </a:r>
            </a:p>
          </p:txBody>
        </p:sp>
      </p:grpSp>
      <p:grpSp>
        <p:nvGrpSpPr>
          <p:cNvPr name="Group 211" id="211"/>
          <p:cNvGrpSpPr/>
          <p:nvPr/>
        </p:nvGrpSpPr>
        <p:grpSpPr>
          <a:xfrm rot="0">
            <a:off x="9460992" y="8779210"/>
            <a:ext cx="3617699" cy="212806"/>
            <a:chOff x="0" y="0"/>
            <a:chExt cx="3316224" cy="195072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3316224" cy="195072"/>
            </a:xfrm>
            <a:custGeom>
              <a:avLst/>
              <a:gdLst/>
              <a:ahLst/>
              <a:cxnLst/>
              <a:rect r="r" b="b" t="t" l="l"/>
              <a:pathLst>
                <a:path h="195072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195072"/>
                  </a:lnTo>
                  <a:lnTo>
                    <a:pt x="0" y="1950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213" id="213"/>
            <p:cNvSpPr txBox="true"/>
            <p:nvPr/>
          </p:nvSpPr>
          <p:spPr>
            <a:xfrm>
              <a:off x="0" y="0"/>
              <a:ext cx="3316224" cy="195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82"/>
                </a:lnSpc>
              </a:pPr>
              <a:r>
                <a:rPr lang="en-US" sz="1152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Tomato-based, with fresh ginger</a:t>
              </a:r>
            </a:p>
          </p:txBody>
        </p:sp>
      </p:grpSp>
      <p:grpSp>
        <p:nvGrpSpPr>
          <p:cNvPr name="Group 214" id="214"/>
          <p:cNvGrpSpPr/>
          <p:nvPr/>
        </p:nvGrpSpPr>
        <p:grpSpPr>
          <a:xfrm rot="0">
            <a:off x="9460992" y="9075974"/>
            <a:ext cx="1995055" cy="292608"/>
            <a:chOff x="0" y="0"/>
            <a:chExt cx="1828800" cy="268224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1828800" cy="268224"/>
            </a:xfrm>
            <a:custGeom>
              <a:avLst/>
              <a:gdLst/>
              <a:ahLst/>
              <a:cxnLst/>
              <a:rect r="r" b="b" t="t" l="l"/>
              <a:pathLst>
                <a:path h="26822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68224"/>
                  </a:lnTo>
                  <a:lnTo>
                    <a:pt x="0" y="268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216" id="216"/>
            <p:cNvSpPr txBox="true"/>
            <p:nvPr/>
          </p:nvSpPr>
          <p:spPr>
            <a:xfrm>
              <a:off x="0" y="-9525"/>
              <a:ext cx="1828800" cy="27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518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Rs. 1,450</a:t>
              </a:r>
            </a:p>
          </p:txBody>
        </p:sp>
      </p:grpSp>
      <p:grpSp>
        <p:nvGrpSpPr>
          <p:cNvPr name="Group 217" id="217"/>
          <p:cNvGrpSpPr/>
          <p:nvPr/>
        </p:nvGrpSpPr>
        <p:grpSpPr>
          <a:xfrm rot="0">
            <a:off x="12147665" y="9049373"/>
            <a:ext cx="931025" cy="319209"/>
            <a:chOff x="0" y="0"/>
            <a:chExt cx="853440" cy="292608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85344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7136" y="0"/>
                  </a:lnTo>
                  <a:cubicBezTo>
                    <a:pt x="787908" y="0"/>
                    <a:pt x="853440" y="65532"/>
                    <a:pt x="853440" y="146304"/>
                  </a:cubicBezTo>
                  <a:cubicBezTo>
                    <a:pt x="853440" y="227076"/>
                    <a:pt x="787908" y="292608"/>
                    <a:pt x="707136" y="292608"/>
                  </a:cubicBezTo>
                  <a:lnTo>
                    <a:pt x="146304" y="292608"/>
                  </a:ln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219" id="219"/>
          <p:cNvGrpSpPr/>
          <p:nvPr/>
        </p:nvGrpSpPr>
        <p:grpSpPr>
          <a:xfrm rot="0">
            <a:off x="12147665" y="9049373"/>
            <a:ext cx="931025" cy="319209"/>
            <a:chOff x="0" y="0"/>
            <a:chExt cx="853440" cy="292608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85344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221" id="221"/>
            <p:cNvSpPr txBox="true"/>
            <p:nvPr/>
          </p:nvSpPr>
          <p:spPr>
            <a:xfrm>
              <a:off x="0" y="-9525"/>
              <a:ext cx="85344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5"/>
                </a:lnSpc>
              </a:pPr>
              <a:r>
                <a:rPr lang="en-US" sz="120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+ Add</a:t>
              </a:r>
            </a:p>
          </p:txBody>
        </p:sp>
      </p:grpSp>
      <p:grpSp>
        <p:nvGrpSpPr>
          <p:cNvPr name="Group 222" id="222"/>
          <p:cNvGrpSpPr/>
          <p:nvPr/>
        </p:nvGrpSpPr>
        <p:grpSpPr>
          <a:xfrm rot="0">
            <a:off x="13513169" y="6296198"/>
            <a:ext cx="3990109" cy="3192087"/>
            <a:chOff x="0" y="0"/>
            <a:chExt cx="3657600" cy="2926080"/>
          </a:xfrm>
        </p:grpSpPr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3657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65760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3596640" y="0"/>
                  </a:lnTo>
                  <a:cubicBezTo>
                    <a:pt x="3630295" y="0"/>
                    <a:pt x="3657600" y="27305"/>
                    <a:pt x="3657600" y="60960"/>
                  </a:cubicBezTo>
                  <a:lnTo>
                    <a:pt x="3657600" y="2865120"/>
                  </a:lnTo>
                  <a:cubicBezTo>
                    <a:pt x="3657600" y="2898775"/>
                    <a:pt x="3630295" y="2926080"/>
                    <a:pt x="3596640" y="2926080"/>
                  </a:cubicBezTo>
                  <a:lnTo>
                    <a:pt x="60960" y="2926080"/>
                  </a:lnTo>
                  <a:cubicBezTo>
                    <a:pt x="27305" y="2926080"/>
                    <a:pt x="0" y="2898775"/>
                    <a:pt x="0" y="28651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4" id="224"/>
          <p:cNvGrpSpPr/>
          <p:nvPr/>
        </p:nvGrpSpPr>
        <p:grpSpPr>
          <a:xfrm rot="0">
            <a:off x="13513169" y="6296198"/>
            <a:ext cx="3990109" cy="2057400"/>
            <a:chOff x="0" y="0"/>
            <a:chExt cx="3657600" cy="1885950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3657600" cy="1885950"/>
            </a:xfrm>
            <a:custGeom>
              <a:avLst/>
              <a:gdLst/>
              <a:ahLst/>
              <a:cxnLst/>
              <a:rect r="r" b="b" t="t" l="l"/>
              <a:pathLst>
                <a:path h="18859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885950"/>
                  </a:lnTo>
                  <a:lnTo>
                    <a:pt x="0" y="188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4829" r="0" b="-4829"/>
              </a:stretch>
            </a:blipFill>
          </p:spPr>
        </p:sp>
      </p:grpSp>
      <p:grpSp>
        <p:nvGrpSpPr>
          <p:cNvPr name="Group 226" id="226"/>
          <p:cNvGrpSpPr/>
          <p:nvPr/>
        </p:nvGrpSpPr>
        <p:grpSpPr>
          <a:xfrm rot="0">
            <a:off x="13699375" y="8460001"/>
            <a:ext cx="3617699" cy="266007"/>
            <a:chOff x="0" y="0"/>
            <a:chExt cx="3316224" cy="243840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316224" cy="243840"/>
            </a:xfrm>
            <a:custGeom>
              <a:avLst/>
              <a:gdLst/>
              <a:ahLst/>
              <a:cxnLst/>
              <a:rect r="r" b="b" t="t" l="l"/>
              <a:pathLst>
                <a:path h="243840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-9525"/>
              <a:ext cx="3316224" cy="253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518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Chicken Seekh Kebab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13699375" y="8779210"/>
            <a:ext cx="3617699" cy="212806"/>
            <a:chOff x="0" y="0"/>
            <a:chExt cx="3316224" cy="195072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3316224" cy="195072"/>
            </a:xfrm>
            <a:custGeom>
              <a:avLst/>
              <a:gdLst/>
              <a:ahLst/>
              <a:cxnLst/>
              <a:rect r="r" b="b" t="t" l="l"/>
              <a:pathLst>
                <a:path h="195072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195072"/>
                  </a:lnTo>
                  <a:lnTo>
                    <a:pt x="0" y="1950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0"/>
              <a:ext cx="3316224" cy="195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82"/>
                </a:lnSpc>
              </a:pPr>
              <a:r>
                <a:rPr lang="en-US" sz="1152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6 pcs, with chutney and naan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13699375" y="9075974"/>
            <a:ext cx="1995055" cy="292608"/>
            <a:chOff x="0" y="0"/>
            <a:chExt cx="1828800" cy="268224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1828800" cy="268224"/>
            </a:xfrm>
            <a:custGeom>
              <a:avLst/>
              <a:gdLst/>
              <a:ahLst/>
              <a:cxnLst/>
              <a:rect r="r" b="b" t="t" l="l"/>
              <a:pathLst>
                <a:path h="26822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68224"/>
                  </a:lnTo>
                  <a:lnTo>
                    <a:pt x="0" y="268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234" id="234"/>
            <p:cNvSpPr txBox="true"/>
            <p:nvPr/>
          </p:nvSpPr>
          <p:spPr>
            <a:xfrm>
              <a:off x="0" y="-9525"/>
              <a:ext cx="1828800" cy="27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518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Rs. 790</a:t>
              </a:r>
            </a:p>
          </p:txBody>
        </p:sp>
      </p:grpSp>
      <p:grpSp>
        <p:nvGrpSpPr>
          <p:cNvPr name="Group 235" id="235"/>
          <p:cNvGrpSpPr/>
          <p:nvPr/>
        </p:nvGrpSpPr>
        <p:grpSpPr>
          <a:xfrm rot="0">
            <a:off x="16386048" y="9049373"/>
            <a:ext cx="931025" cy="319209"/>
            <a:chOff x="0" y="0"/>
            <a:chExt cx="853440" cy="292608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0" y="0"/>
              <a:ext cx="85344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7136" y="0"/>
                  </a:lnTo>
                  <a:cubicBezTo>
                    <a:pt x="787908" y="0"/>
                    <a:pt x="853440" y="65532"/>
                    <a:pt x="853440" y="146304"/>
                  </a:cubicBezTo>
                  <a:cubicBezTo>
                    <a:pt x="853440" y="227076"/>
                    <a:pt x="787908" y="292608"/>
                    <a:pt x="707136" y="292608"/>
                  </a:cubicBezTo>
                  <a:lnTo>
                    <a:pt x="146304" y="292608"/>
                  </a:ln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237" id="237"/>
          <p:cNvGrpSpPr/>
          <p:nvPr/>
        </p:nvGrpSpPr>
        <p:grpSpPr>
          <a:xfrm rot="0">
            <a:off x="16386048" y="9049373"/>
            <a:ext cx="931025" cy="319209"/>
            <a:chOff x="0" y="0"/>
            <a:chExt cx="853440" cy="292608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85344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239" id="239"/>
            <p:cNvSpPr txBox="true"/>
            <p:nvPr/>
          </p:nvSpPr>
          <p:spPr>
            <a:xfrm>
              <a:off x="0" y="-9525"/>
              <a:ext cx="85344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5"/>
                </a:lnSpc>
              </a:pPr>
              <a:r>
                <a:rPr lang="en-US" sz="120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+ Add</a:t>
              </a:r>
            </a:p>
          </p:txBody>
        </p:sp>
      </p:grpSp>
      <p:grpSp>
        <p:nvGrpSpPr>
          <p:cNvPr name="Group 240" id="240"/>
          <p:cNvGrpSpPr/>
          <p:nvPr/>
        </p:nvGrpSpPr>
        <p:grpSpPr>
          <a:xfrm rot="0">
            <a:off x="511806" y="496800"/>
            <a:ext cx="17597363" cy="674809"/>
            <a:chOff x="0" y="0"/>
            <a:chExt cx="23463151" cy="899746"/>
          </a:xfrm>
        </p:grpSpPr>
        <p:grpSp>
          <p:nvGrpSpPr>
            <p:cNvPr name="Group 241" id="241"/>
            <p:cNvGrpSpPr/>
            <p:nvPr/>
          </p:nvGrpSpPr>
          <p:grpSpPr>
            <a:xfrm rot="0">
              <a:off x="0" y="0"/>
              <a:ext cx="23463151" cy="899746"/>
              <a:chOff x="0" y="0"/>
              <a:chExt cx="15617660" cy="598893"/>
            </a:xfrm>
          </p:grpSpPr>
          <p:sp>
            <p:nvSpPr>
              <p:cNvPr name="Freeform 242" id="242"/>
              <p:cNvSpPr/>
              <p:nvPr/>
            </p:nvSpPr>
            <p:spPr>
              <a:xfrm flipH="false" flipV="false" rot="0">
                <a:off x="0" y="0"/>
                <a:ext cx="15617698" cy="598906"/>
              </a:xfrm>
              <a:custGeom>
                <a:avLst/>
                <a:gdLst/>
                <a:ahLst/>
                <a:cxnLst/>
                <a:rect r="r" b="b" t="t" l="l"/>
                <a:pathLst>
                  <a:path h="598906" w="15617698">
                    <a:moveTo>
                      <a:pt x="0" y="0"/>
                    </a:moveTo>
                    <a:lnTo>
                      <a:pt x="15617698" y="0"/>
                    </a:lnTo>
                    <a:lnTo>
                      <a:pt x="15617698" y="598906"/>
                    </a:lnTo>
                    <a:lnTo>
                      <a:pt x="0" y="5989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43" id="243"/>
            <p:cNvGrpSpPr/>
            <p:nvPr/>
          </p:nvGrpSpPr>
          <p:grpSpPr>
            <a:xfrm rot="0">
              <a:off x="1118125" y="66545"/>
              <a:ext cx="2484745" cy="618653"/>
              <a:chOff x="0" y="0"/>
              <a:chExt cx="1653908" cy="411791"/>
            </a:xfrm>
          </p:grpSpPr>
          <p:sp>
            <p:nvSpPr>
              <p:cNvPr name="Freeform 244" id="244"/>
              <p:cNvSpPr/>
              <p:nvPr/>
            </p:nvSpPr>
            <p:spPr>
              <a:xfrm flipH="false" flipV="false" rot="0">
                <a:off x="0" y="0"/>
                <a:ext cx="1653912" cy="411789"/>
              </a:xfrm>
              <a:custGeom>
                <a:avLst/>
                <a:gdLst/>
                <a:ahLst/>
                <a:cxnLst/>
                <a:rect r="r" b="b" t="t" l="l"/>
                <a:pathLst>
                  <a:path h="411789" w="1653912">
                    <a:moveTo>
                      <a:pt x="0" y="0"/>
                    </a:moveTo>
                    <a:lnTo>
                      <a:pt x="1653912" y="0"/>
                    </a:lnTo>
                    <a:lnTo>
                      <a:pt x="1653912" y="411789"/>
                    </a:lnTo>
                    <a:lnTo>
                      <a:pt x="0" y="411789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8095" r="0" b="-18423"/>
                </a:stretch>
              </a:blipFill>
            </p:spPr>
          </p:sp>
          <p:sp>
            <p:nvSpPr>
              <p:cNvPr name="TextBox 245" id="245"/>
              <p:cNvSpPr txBox="true"/>
              <p:nvPr/>
            </p:nvSpPr>
            <p:spPr>
              <a:xfrm>
                <a:off x="0" y="0"/>
                <a:ext cx="1653908" cy="41179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1"/>
                  </a:lnSpc>
                </a:pPr>
                <a:r>
                  <a:rPr lang="en-US" sz="2200" b="true">
                    <a:solidFill>
                      <a:srgbClr val="5A9A5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FoodEase</a:t>
                </a:r>
              </a:p>
            </p:txBody>
          </p:sp>
        </p:grpSp>
        <p:grpSp>
          <p:nvGrpSpPr>
            <p:cNvPr name="Group 246" id="246"/>
            <p:cNvGrpSpPr/>
            <p:nvPr/>
          </p:nvGrpSpPr>
          <p:grpSpPr>
            <a:xfrm rot="0">
              <a:off x="14429299" y="290849"/>
              <a:ext cx="798662" cy="380566"/>
              <a:chOff x="0" y="0"/>
              <a:chExt cx="531609" cy="253314"/>
            </a:xfrm>
          </p:grpSpPr>
          <p:sp>
            <p:nvSpPr>
              <p:cNvPr name="Freeform 247" id="247"/>
              <p:cNvSpPr/>
              <p:nvPr/>
            </p:nvSpPr>
            <p:spPr>
              <a:xfrm flipH="false" flipV="false" rot="0">
                <a:off x="0" y="0"/>
                <a:ext cx="531615" cy="253317"/>
              </a:xfrm>
              <a:custGeom>
                <a:avLst/>
                <a:gdLst/>
                <a:ahLst/>
                <a:cxnLst/>
                <a:rect r="r" b="b" t="t" l="l"/>
                <a:pathLst>
                  <a:path h="253317" w="531615">
                    <a:moveTo>
                      <a:pt x="0" y="0"/>
                    </a:moveTo>
                    <a:lnTo>
                      <a:pt x="531615" y="0"/>
                    </a:lnTo>
                    <a:lnTo>
                      <a:pt x="531615" y="253317"/>
                    </a:lnTo>
                    <a:lnTo>
                      <a:pt x="0" y="253317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023" t="0" r="-7022" b="6729"/>
                </a:stretch>
              </a:blipFill>
            </p:spPr>
          </p:sp>
          <p:sp>
            <p:nvSpPr>
              <p:cNvPr name="TextBox 248" id="248"/>
              <p:cNvSpPr txBox="true"/>
              <p:nvPr/>
            </p:nvSpPr>
            <p:spPr>
              <a:xfrm>
                <a:off x="0" y="0"/>
                <a:ext cx="531609" cy="25331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35"/>
                  </a:lnSpc>
                </a:pPr>
                <a:r>
                  <a:rPr lang="en-US" sz="1362">
                    <a:solidFill>
                      <a:srgbClr val="222222"/>
                    </a:solidFill>
                    <a:latin typeface="Inter"/>
                    <a:ea typeface="Inter"/>
                    <a:cs typeface="Inter"/>
                    <a:sym typeface="Inter"/>
                  </a:rPr>
                  <a:t>Home</a:t>
                </a:r>
              </a:p>
            </p:txBody>
          </p:sp>
        </p:grpSp>
        <p:grpSp>
          <p:nvGrpSpPr>
            <p:cNvPr name="Group 249" id="249"/>
            <p:cNvGrpSpPr/>
            <p:nvPr/>
          </p:nvGrpSpPr>
          <p:grpSpPr>
            <a:xfrm rot="0">
              <a:off x="15458693" y="290849"/>
              <a:ext cx="976142" cy="380566"/>
              <a:chOff x="0" y="0"/>
              <a:chExt cx="649745" cy="253314"/>
            </a:xfrm>
          </p:grpSpPr>
          <p:sp>
            <p:nvSpPr>
              <p:cNvPr name="Freeform 250" id="250"/>
              <p:cNvSpPr/>
              <p:nvPr/>
            </p:nvSpPr>
            <p:spPr>
              <a:xfrm flipH="false" flipV="false" rot="0">
                <a:off x="0" y="0"/>
                <a:ext cx="649751" cy="253317"/>
              </a:xfrm>
              <a:custGeom>
                <a:avLst/>
                <a:gdLst/>
                <a:ahLst/>
                <a:cxnLst/>
                <a:rect r="r" b="b" t="t" l="l"/>
                <a:pathLst>
                  <a:path h="253317" w="649751">
                    <a:moveTo>
                      <a:pt x="0" y="0"/>
                    </a:moveTo>
                    <a:lnTo>
                      <a:pt x="649751" y="0"/>
                    </a:lnTo>
                    <a:lnTo>
                      <a:pt x="649751" y="253317"/>
                    </a:lnTo>
                    <a:lnTo>
                      <a:pt x="0" y="253317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342" r="0" b="3386"/>
                </a:stretch>
              </a:blipFill>
            </p:spPr>
          </p:sp>
          <p:sp>
            <p:nvSpPr>
              <p:cNvPr name="TextBox 251" id="251"/>
              <p:cNvSpPr txBox="true"/>
              <p:nvPr/>
            </p:nvSpPr>
            <p:spPr>
              <a:xfrm>
                <a:off x="0" y="0"/>
                <a:ext cx="649745" cy="25331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35"/>
                  </a:lnSpc>
                </a:pPr>
                <a:r>
                  <a:rPr lang="en-US" sz="1362">
                    <a:solidFill>
                      <a:srgbClr val="222222"/>
                    </a:solidFill>
                    <a:latin typeface="Inter"/>
                    <a:ea typeface="Inter"/>
                    <a:cs typeface="Inter"/>
                    <a:sym typeface="Inter"/>
                  </a:rPr>
                  <a:t>Menu</a:t>
                </a:r>
              </a:p>
            </p:txBody>
          </p:sp>
        </p:grpSp>
        <p:grpSp>
          <p:nvGrpSpPr>
            <p:cNvPr name="Group 252" id="252"/>
            <p:cNvGrpSpPr/>
            <p:nvPr/>
          </p:nvGrpSpPr>
          <p:grpSpPr>
            <a:xfrm rot="0">
              <a:off x="16470343" y="290849"/>
              <a:ext cx="887402" cy="380566"/>
              <a:chOff x="0" y="0"/>
              <a:chExt cx="590677" cy="253314"/>
            </a:xfrm>
          </p:grpSpPr>
          <p:sp>
            <p:nvSpPr>
              <p:cNvPr name="Freeform 253" id="253"/>
              <p:cNvSpPr/>
              <p:nvPr/>
            </p:nvSpPr>
            <p:spPr>
              <a:xfrm flipH="false" flipV="false" rot="0">
                <a:off x="0" y="0"/>
                <a:ext cx="590683" cy="253317"/>
              </a:xfrm>
              <a:custGeom>
                <a:avLst/>
                <a:gdLst/>
                <a:ahLst/>
                <a:cxnLst/>
                <a:rect r="r" b="b" t="t" l="l"/>
                <a:pathLst>
                  <a:path h="253317" w="590683">
                    <a:moveTo>
                      <a:pt x="0" y="0"/>
                    </a:moveTo>
                    <a:lnTo>
                      <a:pt x="590683" y="0"/>
                    </a:lnTo>
                    <a:lnTo>
                      <a:pt x="590683" y="253317"/>
                    </a:lnTo>
                    <a:lnTo>
                      <a:pt x="0" y="253317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1321" t="0" r="-1320" b="6729"/>
                </a:stretch>
              </a:blipFill>
            </p:spPr>
          </p:sp>
          <p:sp>
            <p:nvSpPr>
              <p:cNvPr name="TextBox 254" id="254"/>
              <p:cNvSpPr txBox="true"/>
              <p:nvPr/>
            </p:nvSpPr>
            <p:spPr>
              <a:xfrm>
                <a:off x="0" y="0"/>
                <a:ext cx="590677" cy="25331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35"/>
                  </a:lnSpc>
                </a:pPr>
                <a:r>
                  <a:rPr lang="en-US" sz="1362">
                    <a:solidFill>
                      <a:srgbClr val="222222"/>
                    </a:solidFill>
                    <a:latin typeface="Inter"/>
                    <a:ea typeface="Inter"/>
                    <a:cs typeface="Inter"/>
                    <a:sym typeface="Inter"/>
                  </a:rPr>
                  <a:t>Deals</a:t>
                </a:r>
              </a:p>
            </p:txBody>
          </p:sp>
        </p:grpSp>
        <p:grpSp>
          <p:nvGrpSpPr>
            <p:cNvPr name="Group 255" id="255"/>
            <p:cNvGrpSpPr/>
            <p:nvPr/>
          </p:nvGrpSpPr>
          <p:grpSpPr>
            <a:xfrm rot="0">
              <a:off x="17535225" y="290849"/>
              <a:ext cx="1686083" cy="380566"/>
              <a:chOff x="0" y="0"/>
              <a:chExt cx="1122299" cy="253314"/>
            </a:xfrm>
          </p:grpSpPr>
          <p:sp>
            <p:nvSpPr>
              <p:cNvPr name="Freeform 256" id="256"/>
              <p:cNvSpPr/>
              <p:nvPr/>
            </p:nvSpPr>
            <p:spPr>
              <a:xfrm flipH="false" flipV="false" rot="0">
                <a:off x="0" y="0"/>
                <a:ext cx="1122297" cy="253317"/>
              </a:xfrm>
              <a:custGeom>
                <a:avLst/>
                <a:gdLst/>
                <a:ahLst/>
                <a:cxnLst/>
                <a:rect r="r" b="b" t="t" l="l"/>
                <a:pathLst>
                  <a:path h="253317" w="1122297">
                    <a:moveTo>
                      <a:pt x="0" y="0"/>
                    </a:moveTo>
                    <a:lnTo>
                      <a:pt x="1122297" y="0"/>
                    </a:lnTo>
                    <a:lnTo>
                      <a:pt x="1122297" y="253317"/>
                    </a:lnTo>
                    <a:lnTo>
                      <a:pt x="0" y="253317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9691" r="0" b="-32962"/>
                </a:stretch>
              </a:blipFill>
            </p:spPr>
          </p:sp>
          <p:sp>
            <p:nvSpPr>
              <p:cNvPr name="TextBox 257" id="257"/>
              <p:cNvSpPr txBox="true"/>
              <p:nvPr/>
            </p:nvSpPr>
            <p:spPr>
              <a:xfrm>
                <a:off x="0" y="0"/>
                <a:ext cx="1122299" cy="25331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35"/>
                  </a:lnSpc>
                </a:pPr>
                <a:r>
                  <a:rPr lang="en-US" sz="1362">
                    <a:solidFill>
                      <a:srgbClr val="222222"/>
                    </a:solidFill>
                    <a:latin typeface="Inter"/>
                    <a:ea typeface="Inter"/>
                    <a:cs typeface="Inter"/>
                    <a:sym typeface="Inter"/>
                  </a:rPr>
                  <a:t>Restaurants  ▾</a:t>
                </a:r>
              </a:p>
            </p:txBody>
          </p:sp>
        </p:grpSp>
        <p:grpSp>
          <p:nvGrpSpPr>
            <p:cNvPr name="Group 258" id="258"/>
            <p:cNvGrpSpPr/>
            <p:nvPr/>
          </p:nvGrpSpPr>
          <p:grpSpPr>
            <a:xfrm rot="0">
              <a:off x="19487529" y="290849"/>
              <a:ext cx="1064902" cy="380566"/>
              <a:chOff x="0" y="0"/>
              <a:chExt cx="708825" cy="253314"/>
            </a:xfrm>
          </p:grpSpPr>
          <p:sp>
            <p:nvSpPr>
              <p:cNvPr name="Freeform 259" id="259"/>
              <p:cNvSpPr/>
              <p:nvPr/>
            </p:nvSpPr>
            <p:spPr>
              <a:xfrm flipH="false" flipV="false" rot="0">
                <a:off x="0" y="0"/>
                <a:ext cx="708820" cy="253317"/>
              </a:xfrm>
              <a:custGeom>
                <a:avLst/>
                <a:gdLst/>
                <a:ahLst/>
                <a:cxnLst/>
                <a:rect r="r" b="b" t="t" l="l"/>
                <a:pathLst>
                  <a:path h="253317" w="708820">
                    <a:moveTo>
                      <a:pt x="0" y="0"/>
                    </a:moveTo>
                    <a:lnTo>
                      <a:pt x="708820" y="0"/>
                    </a:lnTo>
                    <a:lnTo>
                      <a:pt x="708820" y="253317"/>
                    </a:lnTo>
                    <a:lnTo>
                      <a:pt x="0" y="253317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887" r="0" b="-1158"/>
                </a:stretch>
              </a:blipFill>
            </p:spPr>
          </p:sp>
          <p:sp>
            <p:nvSpPr>
              <p:cNvPr name="TextBox 260" id="260"/>
              <p:cNvSpPr txBox="true"/>
              <p:nvPr/>
            </p:nvSpPr>
            <p:spPr>
              <a:xfrm>
                <a:off x="0" y="0"/>
                <a:ext cx="708825" cy="25331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35"/>
                  </a:lnSpc>
                </a:pPr>
                <a:r>
                  <a:rPr lang="en-US" sz="1362" b="true">
                    <a:solidFill>
                      <a:srgbClr val="5A9A5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Cart (5)</a:t>
                </a:r>
              </a:p>
            </p:txBody>
          </p:sp>
        </p:grpSp>
        <p:grpSp>
          <p:nvGrpSpPr>
            <p:cNvPr name="Group 261" id="261"/>
            <p:cNvGrpSpPr/>
            <p:nvPr/>
          </p:nvGrpSpPr>
          <p:grpSpPr>
            <a:xfrm rot="0">
              <a:off x="20729911" y="290849"/>
              <a:ext cx="709922" cy="380566"/>
              <a:chOff x="0" y="0"/>
              <a:chExt cx="472542" cy="253314"/>
            </a:xfrm>
          </p:grpSpPr>
          <p:sp>
            <p:nvSpPr>
              <p:cNvPr name="Freeform 262" id="262"/>
              <p:cNvSpPr/>
              <p:nvPr/>
            </p:nvSpPr>
            <p:spPr>
              <a:xfrm flipH="false" flipV="false" rot="0">
                <a:off x="0" y="0"/>
                <a:ext cx="472547" cy="253317"/>
              </a:xfrm>
              <a:custGeom>
                <a:avLst/>
                <a:gdLst/>
                <a:ahLst/>
                <a:cxnLst/>
                <a:rect r="r" b="b" t="t" l="l"/>
                <a:pathLst>
                  <a:path h="253317" w="472547">
                    <a:moveTo>
                      <a:pt x="0" y="0"/>
                    </a:moveTo>
                    <a:lnTo>
                      <a:pt x="472547" y="0"/>
                    </a:lnTo>
                    <a:lnTo>
                      <a:pt x="472547" y="253317"/>
                    </a:lnTo>
                    <a:lnTo>
                      <a:pt x="0" y="253317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14151" t="0" r="-14150" b="6729"/>
                </a:stretch>
              </a:blipFill>
            </p:spPr>
          </p:sp>
          <p:sp>
            <p:nvSpPr>
              <p:cNvPr name="TextBox 263" id="263"/>
              <p:cNvSpPr txBox="true"/>
              <p:nvPr/>
            </p:nvSpPr>
            <p:spPr>
              <a:xfrm>
                <a:off x="0" y="0"/>
                <a:ext cx="472542" cy="25331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35"/>
                  </a:lnSpc>
                </a:pPr>
                <a:r>
                  <a:rPr lang="en-US" sz="1362">
                    <a:solidFill>
                      <a:srgbClr val="222222"/>
                    </a:solidFill>
                    <a:latin typeface="Inter"/>
                    <a:ea typeface="Inter"/>
                    <a:cs typeface="Inter"/>
                    <a:sym typeface="Inter"/>
                  </a:rPr>
                  <a:t>Log in</a:t>
                </a:r>
              </a:p>
            </p:txBody>
          </p:sp>
        </p:grpSp>
        <p:grpSp>
          <p:nvGrpSpPr>
            <p:cNvPr name="Group 264" id="264"/>
            <p:cNvGrpSpPr/>
            <p:nvPr/>
          </p:nvGrpSpPr>
          <p:grpSpPr>
            <a:xfrm rot="0">
              <a:off x="21617332" y="214731"/>
              <a:ext cx="1437607" cy="513776"/>
              <a:chOff x="0" y="0"/>
              <a:chExt cx="956907" cy="341982"/>
            </a:xfrm>
          </p:grpSpPr>
          <p:sp>
            <p:nvSpPr>
              <p:cNvPr name="Freeform 265" id="265"/>
              <p:cNvSpPr/>
              <p:nvPr/>
            </p:nvSpPr>
            <p:spPr>
              <a:xfrm flipH="false" flipV="false" rot="0">
                <a:off x="0" y="0"/>
                <a:ext cx="956945" cy="341901"/>
              </a:xfrm>
              <a:custGeom>
                <a:avLst/>
                <a:gdLst/>
                <a:ahLst/>
                <a:cxnLst/>
                <a:rect r="r" b="b" t="t" l="l"/>
                <a:pathLst>
                  <a:path h="341901" w="956945">
                    <a:moveTo>
                      <a:pt x="0" y="50652"/>
                    </a:moveTo>
                    <a:cubicBezTo>
                      <a:pt x="0" y="22739"/>
                      <a:pt x="21209" y="0"/>
                      <a:pt x="47244" y="0"/>
                    </a:cubicBezTo>
                    <a:lnTo>
                      <a:pt x="909701" y="0"/>
                    </a:lnTo>
                    <a:cubicBezTo>
                      <a:pt x="935736" y="0"/>
                      <a:pt x="956945" y="22739"/>
                      <a:pt x="956945" y="50652"/>
                    </a:cubicBezTo>
                    <a:lnTo>
                      <a:pt x="956945" y="291249"/>
                    </a:lnTo>
                    <a:cubicBezTo>
                      <a:pt x="956945" y="319162"/>
                      <a:pt x="935736" y="341901"/>
                      <a:pt x="909701" y="341901"/>
                    </a:cubicBezTo>
                    <a:lnTo>
                      <a:pt x="47244" y="341901"/>
                    </a:lnTo>
                    <a:cubicBezTo>
                      <a:pt x="21209" y="342033"/>
                      <a:pt x="0" y="319298"/>
                      <a:pt x="0" y="291249"/>
                    </a:cubicBezTo>
                    <a:close/>
                  </a:path>
                </a:pathLst>
              </a:custGeom>
              <a:solidFill>
                <a:srgbClr val="5A9A50"/>
              </a:solidFill>
            </p:spPr>
          </p:sp>
        </p:grpSp>
        <p:grpSp>
          <p:nvGrpSpPr>
            <p:cNvPr name="Group 266" id="266"/>
            <p:cNvGrpSpPr/>
            <p:nvPr/>
          </p:nvGrpSpPr>
          <p:grpSpPr>
            <a:xfrm rot="0">
              <a:off x="21617332" y="214731"/>
              <a:ext cx="1437607" cy="513776"/>
              <a:chOff x="0" y="0"/>
              <a:chExt cx="956907" cy="341982"/>
            </a:xfrm>
          </p:grpSpPr>
          <p:sp>
            <p:nvSpPr>
              <p:cNvPr name="Freeform 267" id="267"/>
              <p:cNvSpPr/>
              <p:nvPr/>
            </p:nvSpPr>
            <p:spPr>
              <a:xfrm flipH="false" flipV="false" rot="0">
                <a:off x="0" y="0"/>
                <a:ext cx="956907" cy="341978"/>
              </a:xfrm>
              <a:custGeom>
                <a:avLst/>
                <a:gdLst/>
                <a:ahLst/>
                <a:cxnLst/>
                <a:rect r="r" b="b" t="t" l="l"/>
                <a:pathLst>
                  <a:path h="341978" w="956907">
                    <a:moveTo>
                      <a:pt x="0" y="0"/>
                    </a:moveTo>
                    <a:lnTo>
                      <a:pt x="956907" y="0"/>
                    </a:lnTo>
                    <a:lnTo>
                      <a:pt x="956907" y="341978"/>
                    </a:lnTo>
                    <a:lnTo>
                      <a:pt x="0" y="34197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885" r="0" b="-1158"/>
                </a:stretch>
              </a:blipFill>
            </p:spPr>
          </p:sp>
          <p:sp>
            <p:nvSpPr>
              <p:cNvPr name="TextBox 268" id="268"/>
              <p:cNvSpPr txBox="true"/>
              <p:nvPr/>
            </p:nvSpPr>
            <p:spPr>
              <a:xfrm>
                <a:off x="0" y="0"/>
                <a:ext cx="956907" cy="34198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572"/>
                  </a:lnSpc>
                </a:pPr>
                <a:r>
                  <a:rPr lang="en-US" sz="1310" b="true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Order Now</a:t>
                </a:r>
              </a:p>
            </p:txBody>
          </p:sp>
        </p:grpSp>
        <p:grpSp>
          <p:nvGrpSpPr>
            <p:cNvPr name="Group 269" id="269"/>
            <p:cNvGrpSpPr/>
            <p:nvPr/>
          </p:nvGrpSpPr>
          <p:grpSpPr>
            <a:xfrm rot="0">
              <a:off x="110577" y="0"/>
              <a:ext cx="829597" cy="889440"/>
              <a:chOff x="0" y="0"/>
              <a:chExt cx="812800" cy="871431"/>
            </a:xfrm>
          </p:grpSpPr>
          <p:sp>
            <p:nvSpPr>
              <p:cNvPr name="Freeform 270" id="270"/>
              <p:cNvSpPr/>
              <p:nvPr/>
            </p:nvSpPr>
            <p:spPr>
              <a:xfrm flipH="false" flipV="false" rot="0">
                <a:off x="0" y="0"/>
                <a:ext cx="812800" cy="871431"/>
              </a:xfrm>
              <a:custGeom>
                <a:avLst/>
                <a:gdLst/>
                <a:ahLst/>
                <a:cxnLst/>
                <a:rect r="r" b="b" t="t" l="l"/>
                <a:pathLst>
                  <a:path h="871431" w="812800">
                    <a:moveTo>
                      <a:pt x="406400" y="0"/>
                    </a:moveTo>
                    <a:cubicBezTo>
                      <a:pt x="181951" y="0"/>
                      <a:pt x="0" y="195077"/>
                      <a:pt x="0" y="435716"/>
                    </a:cubicBezTo>
                    <a:cubicBezTo>
                      <a:pt x="0" y="676355"/>
                      <a:pt x="181951" y="871431"/>
                      <a:pt x="406400" y="871431"/>
                    </a:cubicBezTo>
                    <a:cubicBezTo>
                      <a:pt x="630849" y="871431"/>
                      <a:pt x="812800" y="676355"/>
                      <a:pt x="812800" y="435716"/>
                    </a:cubicBezTo>
                    <a:cubicBezTo>
                      <a:pt x="812800" y="195077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2"/>
                <a:stretch>
                  <a:fillRect l="-3606" t="0" r="-3606" b="0"/>
                </a:stretch>
              </a:blipFill>
            </p:spPr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406" y="388119"/>
            <a:ext cx="17597363" cy="9557412"/>
            <a:chOff x="0" y="0"/>
            <a:chExt cx="15617660" cy="8482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17571" cy="8482203"/>
            </a:xfrm>
            <a:custGeom>
              <a:avLst/>
              <a:gdLst/>
              <a:ahLst/>
              <a:cxnLst/>
              <a:rect r="r" b="b" t="t" l="l"/>
              <a:pathLst>
                <a:path h="8482203" w="15617571">
                  <a:moveTo>
                    <a:pt x="0" y="70866"/>
                  </a:moveTo>
                  <a:cubicBezTo>
                    <a:pt x="0" y="31750"/>
                    <a:pt x="31750" y="0"/>
                    <a:pt x="70866" y="0"/>
                  </a:cubicBezTo>
                  <a:lnTo>
                    <a:pt x="15546705" y="0"/>
                  </a:lnTo>
                  <a:cubicBezTo>
                    <a:pt x="15585821" y="0"/>
                    <a:pt x="15617571" y="31750"/>
                    <a:pt x="15617571" y="70866"/>
                  </a:cubicBezTo>
                  <a:lnTo>
                    <a:pt x="15617571" y="8411337"/>
                  </a:lnTo>
                  <a:cubicBezTo>
                    <a:pt x="15617571" y="8450453"/>
                    <a:pt x="15585821" y="8482203"/>
                    <a:pt x="15546705" y="8482203"/>
                  </a:cubicBezTo>
                  <a:lnTo>
                    <a:pt x="70866" y="8482203"/>
                  </a:lnTo>
                  <a:cubicBezTo>
                    <a:pt x="31750" y="8482203"/>
                    <a:pt x="0" y="8450453"/>
                    <a:pt x="0" y="84113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9406" y="388119"/>
            <a:ext cx="17597363" cy="585688"/>
            <a:chOff x="0" y="0"/>
            <a:chExt cx="15617660" cy="5197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17698" cy="519811"/>
            </a:xfrm>
            <a:custGeom>
              <a:avLst/>
              <a:gdLst/>
              <a:ahLst/>
              <a:cxnLst/>
              <a:rect r="r" b="b" t="t" l="l"/>
              <a:pathLst>
                <a:path h="519811" w="15617698">
                  <a:moveTo>
                    <a:pt x="0" y="0"/>
                  </a:moveTo>
                  <a:lnTo>
                    <a:pt x="15617698" y="0"/>
                  </a:lnTo>
                  <a:lnTo>
                    <a:pt x="15617698" y="519811"/>
                  </a:lnTo>
                  <a:lnTo>
                    <a:pt x="0" y="51981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6" id="6"/>
          <p:cNvSpPr/>
          <p:nvPr/>
        </p:nvSpPr>
        <p:spPr>
          <a:xfrm rot="2820">
            <a:off x="352237" y="966667"/>
            <a:ext cx="17611673" cy="0"/>
          </a:xfrm>
          <a:prstGeom prst="line">
            <a:avLst/>
          </a:prstGeom>
          <a:ln cap="rnd" w="19050">
            <a:solidFill>
              <a:srgbClr val="E3E3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264562" y="494613"/>
            <a:ext cx="1863559" cy="372715"/>
            <a:chOff x="0" y="0"/>
            <a:chExt cx="1653908" cy="330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3912" cy="330783"/>
            </a:xfrm>
            <a:custGeom>
              <a:avLst/>
              <a:gdLst/>
              <a:ahLst/>
              <a:cxnLst/>
              <a:rect r="r" b="b" t="t" l="l"/>
              <a:pathLst>
                <a:path h="330783" w="1653912">
                  <a:moveTo>
                    <a:pt x="0" y="0"/>
                  </a:moveTo>
                  <a:lnTo>
                    <a:pt x="1653912" y="0"/>
                  </a:lnTo>
                  <a:lnTo>
                    <a:pt x="1653912" y="330783"/>
                  </a:lnTo>
                  <a:lnTo>
                    <a:pt x="0" y="3307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653908" cy="3307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1"/>
                </a:lnSpc>
              </a:pPr>
              <a:r>
                <a:rPr lang="en-US" sz="2200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FoodEase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181381" y="547860"/>
            <a:ext cx="598996" cy="266221"/>
            <a:chOff x="0" y="0"/>
            <a:chExt cx="531609" cy="2362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1615" cy="236273"/>
            </a:xfrm>
            <a:custGeom>
              <a:avLst/>
              <a:gdLst/>
              <a:ahLst/>
              <a:cxnLst/>
              <a:rect r="r" b="b" t="t" l="l"/>
              <a:pathLst>
                <a:path h="236273" w="531615">
                  <a:moveTo>
                    <a:pt x="0" y="0"/>
                  </a:moveTo>
                  <a:lnTo>
                    <a:pt x="531615" y="0"/>
                  </a:lnTo>
                  <a:lnTo>
                    <a:pt x="531615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t="0" r="-7022" b="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531609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Home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953426" y="547860"/>
            <a:ext cx="732107" cy="266221"/>
            <a:chOff x="0" y="0"/>
            <a:chExt cx="649745" cy="2362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9751" cy="236273"/>
            </a:xfrm>
            <a:custGeom>
              <a:avLst/>
              <a:gdLst/>
              <a:ahLst/>
              <a:cxnLst/>
              <a:rect r="r" b="b" t="t" l="l"/>
              <a:pathLst>
                <a:path h="236273" w="649751">
                  <a:moveTo>
                    <a:pt x="0" y="0"/>
                  </a:moveTo>
                  <a:lnTo>
                    <a:pt x="649751" y="0"/>
                  </a:lnTo>
                  <a:lnTo>
                    <a:pt x="649751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83" r="0" b="-358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649745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Menu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712163" y="547860"/>
            <a:ext cx="665552" cy="266221"/>
            <a:chOff x="0" y="0"/>
            <a:chExt cx="590677" cy="2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0683" cy="236273"/>
            </a:xfrm>
            <a:custGeom>
              <a:avLst/>
              <a:gdLst/>
              <a:ahLst/>
              <a:cxnLst/>
              <a:rect r="r" b="b" t="t" l="l"/>
              <a:pathLst>
                <a:path h="236273" w="590683">
                  <a:moveTo>
                    <a:pt x="0" y="0"/>
                  </a:moveTo>
                  <a:lnTo>
                    <a:pt x="590683" y="0"/>
                  </a:lnTo>
                  <a:lnTo>
                    <a:pt x="590683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0" b="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90677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Deals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510825" y="547860"/>
            <a:ext cx="1264562" cy="266221"/>
            <a:chOff x="0" y="0"/>
            <a:chExt cx="1122299" cy="2362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22297" cy="236273"/>
            </a:xfrm>
            <a:custGeom>
              <a:avLst/>
              <a:gdLst/>
              <a:ahLst/>
              <a:cxnLst/>
              <a:rect r="r" b="b" t="t" l="l"/>
              <a:pathLst>
                <a:path h="236273" w="1122297">
                  <a:moveTo>
                    <a:pt x="0" y="0"/>
                  </a:moveTo>
                  <a:lnTo>
                    <a:pt x="1122297" y="0"/>
                  </a:lnTo>
                  <a:lnTo>
                    <a:pt x="1122297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4" r="0" b="-425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122299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Restaurants  ▾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975053" y="547860"/>
            <a:ext cx="798676" cy="266221"/>
            <a:chOff x="0" y="0"/>
            <a:chExt cx="708825" cy="2362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8820" cy="236273"/>
            </a:xfrm>
            <a:custGeom>
              <a:avLst/>
              <a:gdLst/>
              <a:ahLst/>
              <a:cxnLst/>
              <a:rect r="r" b="b" t="t" l="l"/>
              <a:pathLst>
                <a:path h="236273" w="708820">
                  <a:moveTo>
                    <a:pt x="0" y="0"/>
                  </a:moveTo>
                  <a:lnTo>
                    <a:pt x="708820" y="0"/>
                  </a:lnTo>
                  <a:lnTo>
                    <a:pt x="708820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6" r="0" b="-845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708825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Cart (5)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906839" y="547860"/>
            <a:ext cx="532441" cy="266221"/>
            <a:chOff x="0" y="0"/>
            <a:chExt cx="472542" cy="2362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2547" cy="236273"/>
            </a:xfrm>
            <a:custGeom>
              <a:avLst/>
              <a:gdLst/>
              <a:ahLst/>
              <a:cxnLst/>
              <a:rect r="r" b="b" t="t" l="l"/>
              <a:pathLst>
                <a:path h="236273" w="472547">
                  <a:moveTo>
                    <a:pt x="0" y="0"/>
                  </a:moveTo>
                  <a:lnTo>
                    <a:pt x="472547" y="0"/>
                  </a:lnTo>
                  <a:lnTo>
                    <a:pt x="472547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0" b="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472542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Log in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572405" y="494613"/>
            <a:ext cx="1078205" cy="359406"/>
            <a:chOff x="0" y="0"/>
            <a:chExt cx="956907" cy="3189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6945" cy="318898"/>
            </a:xfrm>
            <a:custGeom>
              <a:avLst/>
              <a:gdLst/>
              <a:ahLst/>
              <a:cxnLst/>
              <a:rect r="r" b="b" t="t" l="l"/>
              <a:pathLst>
                <a:path h="318898" w="956945">
                  <a:moveTo>
                    <a:pt x="0" y="47244"/>
                  </a:moveTo>
                  <a:cubicBezTo>
                    <a:pt x="0" y="21209"/>
                    <a:pt x="21209" y="0"/>
                    <a:pt x="47244" y="0"/>
                  </a:cubicBezTo>
                  <a:lnTo>
                    <a:pt x="909701" y="0"/>
                  </a:lnTo>
                  <a:cubicBezTo>
                    <a:pt x="935736" y="0"/>
                    <a:pt x="956945" y="21209"/>
                    <a:pt x="956945" y="47244"/>
                  </a:cubicBezTo>
                  <a:lnTo>
                    <a:pt x="956945" y="271653"/>
                  </a:lnTo>
                  <a:cubicBezTo>
                    <a:pt x="956945" y="297688"/>
                    <a:pt x="935736" y="318897"/>
                    <a:pt x="909701" y="318897"/>
                  </a:cubicBezTo>
                  <a:lnTo>
                    <a:pt x="47244" y="318897"/>
                  </a:lnTo>
                  <a:cubicBezTo>
                    <a:pt x="21209" y="319024"/>
                    <a:pt x="0" y="297815"/>
                    <a:pt x="0" y="271653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572405" y="494613"/>
            <a:ext cx="1078205" cy="359406"/>
            <a:chOff x="0" y="0"/>
            <a:chExt cx="956907" cy="3189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6907" cy="318969"/>
            </a:xfrm>
            <a:custGeom>
              <a:avLst/>
              <a:gdLst/>
              <a:ahLst/>
              <a:cxnLst/>
              <a:rect r="r" b="b" t="t" l="l"/>
              <a:pathLst>
                <a:path h="318969" w="956907">
                  <a:moveTo>
                    <a:pt x="0" y="0"/>
                  </a:moveTo>
                  <a:lnTo>
                    <a:pt x="956907" y="0"/>
                  </a:lnTo>
                  <a:lnTo>
                    <a:pt x="956907" y="318969"/>
                  </a:lnTo>
                  <a:lnTo>
                    <a:pt x="0" y="3189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4" r="0" b="-845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956907" cy="318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72"/>
                </a:lnSpc>
              </a:pPr>
              <a:r>
                <a:rPr lang="en-US" sz="131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Order Now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98676" y="1226734"/>
            <a:ext cx="5324470" cy="505825"/>
            <a:chOff x="0" y="0"/>
            <a:chExt cx="4725467" cy="4489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25463" cy="448919"/>
            </a:xfrm>
            <a:custGeom>
              <a:avLst/>
              <a:gdLst/>
              <a:ahLst/>
              <a:cxnLst/>
              <a:rect r="r" b="b" t="t" l="l"/>
              <a:pathLst>
                <a:path h="448919" w="4725463">
                  <a:moveTo>
                    <a:pt x="0" y="0"/>
                  </a:moveTo>
                  <a:lnTo>
                    <a:pt x="4725463" y="0"/>
                  </a:lnTo>
                  <a:lnTo>
                    <a:pt x="4725463" y="448919"/>
                  </a:lnTo>
                  <a:lnTo>
                    <a:pt x="0" y="4489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105" r="0" b="-15510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725467" cy="448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3"/>
                </a:lnSpc>
              </a:pPr>
              <a:r>
                <a:rPr lang="en-US" sz="3144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Your Cart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98676" y="1745867"/>
            <a:ext cx="6655587" cy="266221"/>
            <a:chOff x="0" y="0"/>
            <a:chExt cx="5906834" cy="2362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906829" cy="236273"/>
            </a:xfrm>
            <a:custGeom>
              <a:avLst/>
              <a:gdLst/>
              <a:ahLst/>
              <a:cxnLst/>
              <a:rect r="r" b="b" t="t" l="l"/>
              <a:pathLst>
                <a:path h="236273" w="5906829">
                  <a:moveTo>
                    <a:pt x="0" y="0"/>
                  </a:moveTo>
                  <a:lnTo>
                    <a:pt x="5906829" y="0"/>
                  </a:lnTo>
                  <a:lnTo>
                    <a:pt x="5906829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6" r="0" b="-43712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5906834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5 items ready for checkout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91521" y="2364339"/>
            <a:ext cx="11195690" cy="6403662"/>
            <a:chOff x="0" y="0"/>
            <a:chExt cx="9936175" cy="56832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936100" cy="5683250"/>
            </a:xfrm>
            <a:custGeom>
              <a:avLst/>
              <a:gdLst/>
              <a:ahLst/>
              <a:cxnLst/>
              <a:rect r="r" b="b" t="t" l="l"/>
              <a:pathLst>
                <a:path h="5683250" w="9936100">
                  <a:moveTo>
                    <a:pt x="0" y="70993"/>
                  </a:moveTo>
                  <a:cubicBezTo>
                    <a:pt x="0" y="31750"/>
                    <a:pt x="31750" y="0"/>
                    <a:pt x="70993" y="0"/>
                  </a:cubicBezTo>
                  <a:lnTo>
                    <a:pt x="9865106" y="0"/>
                  </a:lnTo>
                  <a:cubicBezTo>
                    <a:pt x="9904350" y="0"/>
                    <a:pt x="9936100" y="31750"/>
                    <a:pt x="9936100" y="70993"/>
                  </a:cubicBezTo>
                  <a:lnTo>
                    <a:pt x="9936100" y="5612257"/>
                  </a:lnTo>
                  <a:cubicBezTo>
                    <a:pt x="9936100" y="5651500"/>
                    <a:pt x="9904350" y="5683250"/>
                    <a:pt x="9865106" y="5683250"/>
                  </a:cubicBezTo>
                  <a:lnTo>
                    <a:pt x="70993" y="5683250"/>
                  </a:lnTo>
                  <a:cubicBezTo>
                    <a:pt x="31750" y="5683250"/>
                    <a:pt x="0" y="5651500"/>
                    <a:pt x="0" y="561225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8E8E8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064897" y="2571160"/>
            <a:ext cx="1198007" cy="1198007"/>
            <a:chOff x="0" y="0"/>
            <a:chExt cx="1063231" cy="1063231"/>
          </a:xfrm>
        </p:grpSpPr>
        <p:sp>
          <p:nvSpPr>
            <p:cNvPr name="Freeform 42" id="42" descr="assets/r0.jpg"/>
            <p:cNvSpPr/>
            <p:nvPr/>
          </p:nvSpPr>
          <p:spPr>
            <a:xfrm flipH="false" flipV="false" rot="0">
              <a:off x="0" y="0"/>
              <a:ext cx="1063244" cy="1063244"/>
            </a:xfrm>
            <a:custGeom>
              <a:avLst/>
              <a:gdLst/>
              <a:ahLst/>
              <a:cxnLst/>
              <a:rect r="r" b="b" t="t" l="l"/>
              <a:pathLst>
                <a:path h="1063244" w="1063244">
                  <a:moveTo>
                    <a:pt x="0" y="0"/>
                  </a:moveTo>
                  <a:lnTo>
                    <a:pt x="1063244" y="0"/>
                  </a:lnTo>
                  <a:lnTo>
                    <a:pt x="1063244" y="1063244"/>
                  </a:lnTo>
                  <a:lnTo>
                    <a:pt x="0" y="1063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3936" b="1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555741" y="2717578"/>
            <a:ext cx="3993352" cy="292851"/>
            <a:chOff x="0" y="0"/>
            <a:chExt cx="3544100" cy="25990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544097" cy="259900"/>
            </a:xfrm>
            <a:custGeom>
              <a:avLst/>
              <a:gdLst/>
              <a:ahLst/>
              <a:cxnLst/>
              <a:rect r="r" b="b" t="t" l="l"/>
              <a:pathLst>
                <a:path h="259900" w="3544097">
                  <a:moveTo>
                    <a:pt x="0" y="0"/>
                  </a:moveTo>
                  <a:lnTo>
                    <a:pt x="3544097" y="0"/>
                  </a:lnTo>
                  <a:lnTo>
                    <a:pt x="3544097" y="259900"/>
                  </a:lnTo>
                  <a:lnTo>
                    <a:pt x="0" y="259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704" r="0" b="-21570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544100" cy="269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8"/>
                </a:lnSpc>
              </a:pPr>
              <a:r>
                <a:rPr lang="en-US" sz="1624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Chicken Tikka Pizza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555741" y="3063662"/>
            <a:ext cx="3993352" cy="239604"/>
            <a:chOff x="0" y="0"/>
            <a:chExt cx="3544100" cy="21264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544097" cy="212645"/>
            </a:xfrm>
            <a:custGeom>
              <a:avLst/>
              <a:gdLst/>
              <a:ahLst/>
              <a:cxnLst/>
              <a:rect r="r" b="b" t="t" l="l"/>
              <a:pathLst>
                <a:path h="212645" w="3544097">
                  <a:moveTo>
                    <a:pt x="0" y="0"/>
                  </a:moveTo>
                  <a:lnTo>
                    <a:pt x="3544097" y="0"/>
                  </a:lnTo>
                  <a:lnTo>
                    <a:pt x="3544097" y="212645"/>
                  </a:lnTo>
                  <a:lnTo>
                    <a:pt x="0" y="2126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3544100" cy="2221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5"/>
                </a:lnSpc>
              </a:pPr>
              <a:r>
                <a:rPr lang="en-US" sz="1204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Medium, crown crust, tikka chunks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555741" y="3383144"/>
            <a:ext cx="3993352" cy="239604"/>
            <a:chOff x="0" y="0"/>
            <a:chExt cx="3544100" cy="21264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544097" cy="212645"/>
            </a:xfrm>
            <a:custGeom>
              <a:avLst/>
              <a:gdLst/>
              <a:ahLst/>
              <a:cxnLst/>
              <a:rect r="r" b="b" t="t" l="l"/>
              <a:pathLst>
                <a:path h="212645" w="3544097">
                  <a:moveTo>
                    <a:pt x="0" y="0"/>
                  </a:moveTo>
                  <a:lnTo>
                    <a:pt x="3544097" y="0"/>
                  </a:lnTo>
                  <a:lnTo>
                    <a:pt x="3544097" y="212645"/>
                  </a:lnTo>
                  <a:lnTo>
                    <a:pt x="0" y="2126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3544100" cy="2126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8"/>
                </a:lnSpc>
              </a:pPr>
              <a:r>
                <a:rPr lang="en-US" sz="1257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Rs. 1,250 each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180873" y="2923397"/>
            <a:ext cx="1611648" cy="493518"/>
            <a:chOff x="0" y="0"/>
            <a:chExt cx="1430338" cy="43799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30274" cy="438023"/>
            </a:xfrm>
            <a:custGeom>
              <a:avLst/>
              <a:gdLst/>
              <a:ahLst/>
              <a:cxnLst/>
              <a:rect r="r" b="b" t="t" l="l"/>
              <a:pathLst>
                <a:path h="438023" w="1430274">
                  <a:moveTo>
                    <a:pt x="0" y="218948"/>
                  </a:moveTo>
                  <a:cubicBezTo>
                    <a:pt x="0" y="98044"/>
                    <a:pt x="98044" y="0"/>
                    <a:pt x="218948" y="0"/>
                  </a:cubicBezTo>
                  <a:lnTo>
                    <a:pt x="1211326" y="0"/>
                  </a:lnTo>
                  <a:cubicBezTo>
                    <a:pt x="1332230" y="0"/>
                    <a:pt x="1430274" y="98044"/>
                    <a:pt x="1430274" y="218948"/>
                  </a:cubicBezTo>
                  <a:cubicBezTo>
                    <a:pt x="1430274" y="339852"/>
                    <a:pt x="1332230" y="438023"/>
                    <a:pt x="1211326" y="438023"/>
                  </a:cubicBezTo>
                  <a:lnTo>
                    <a:pt x="218948" y="438023"/>
                  </a:lnTo>
                  <a:cubicBezTo>
                    <a:pt x="98044" y="438023"/>
                    <a:pt x="0" y="339979"/>
                    <a:pt x="0" y="2189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5D5D5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7188028" y="2943874"/>
            <a:ext cx="479209" cy="452578"/>
            <a:chOff x="0" y="0"/>
            <a:chExt cx="425298" cy="40166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25292" cy="401664"/>
            </a:xfrm>
            <a:custGeom>
              <a:avLst/>
              <a:gdLst/>
              <a:ahLst/>
              <a:cxnLst/>
              <a:rect r="r" b="b" t="t" l="l"/>
              <a:pathLst>
                <a:path h="401664" w="425292">
                  <a:moveTo>
                    <a:pt x="0" y="0"/>
                  </a:moveTo>
                  <a:lnTo>
                    <a:pt x="425292" y="0"/>
                  </a:lnTo>
                  <a:lnTo>
                    <a:pt x="425292" y="401664"/>
                  </a:lnTo>
                  <a:lnTo>
                    <a:pt x="0" y="40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174" t="0" r="-71175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425298" cy="4016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38"/>
                </a:lnSpc>
              </a:pPr>
              <a:r>
                <a:rPr lang="en-US" sz="1781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−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667237" y="2943874"/>
            <a:ext cx="638935" cy="452578"/>
            <a:chOff x="0" y="0"/>
            <a:chExt cx="567055" cy="40166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67056" cy="401664"/>
            </a:xfrm>
            <a:custGeom>
              <a:avLst/>
              <a:gdLst/>
              <a:ahLst/>
              <a:cxnLst/>
              <a:rect r="r" b="b" t="t" l="l"/>
              <a:pathLst>
                <a:path h="401664" w="567056">
                  <a:moveTo>
                    <a:pt x="0" y="0"/>
                  </a:moveTo>
                  <a:lnTo>
                    <a:pt x="567056" y="0"/>
                  </a:lnTo>
                  <a:lnTo>
                    <a:pt x="567056" y="401664"/>
                  </a:lnTo>
                  <a:lnTo>
                    <a:pt x="0" y="40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0881" t="0" r="-40881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567055" cy="4016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1"/>
                </a:lnSpc>
              </a:pPr>
              <a:r>
                <a:rPr lang="en-US" sz="1467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306172" y="2943874"/>
            <a:ext cx="479209" cy="452578"/>
            <a:chOff x="0" y="0"/>
            <a:chExt cx="425298" cy="40166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25292" cy="401664"/>
            </a:xfrm>
            <a:custGeom>
              <a:avLst/>
              <a:gdLst/>
              <a:ahLst/>
              <a:cxnLst/>
              <a:rect r="r" b="b" t="t" l="l"/>
              <a:pathLst>
                <a:path h="401664" w="425292">
                  <a:moveTo>
                    <a:pt x="0" y="0"/>
                  </a:moveTo>
                  <a:lnTo>
                    <a:pt x="425292" y="0"/>
                  </a:lnTo>
                  <a:lnTo>
                    <a:pt x="425292" y="401664"/>
                  </a:lnTo>
                  <a:lnTo>
                    <a:pt x="0" y="40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174" t="0" r="-71175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425298" cy="4016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38"/>
                </a:lnSpc>
              </a:pPr>
              <a:r>
                <a:rPr lang="en-US" sz="1781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+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317822" y="3010429"/>
            <a:ext cx="1730448" cy="319468"/>
            <a:chOff x="0" y="0"/>
            <a:chExt cx="1535773" cy="2835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535776" cy="283528"/>
            </a:xfrm>
            <a:custGeom>
              <a:avLst/>
              <a:gdLst/>
              <a:ahLst/>
              <a:cxnLst/>
              <a:rect r="r" b="b" t="t" l="l"/>
              <a:pathLst>
                <a:path h="283528" w="1535776">
                  <a:moveTo>
                    <a:pt x="0" y="0"/>
                  </a:moveTo>
                  <a:lnTo>
                    <a:pt x="1535776" y="0"/>
                  </a:lnTo>
                  <a:lnTo>
                    <a:pt x="1535776" y="283528"/>
                  </a:lnTo>
                  <a:lnTo>
                    <a:pt x="0" y="283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1535773" cy="293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8"/>
                </a:lnSpc>
              </a:pPr>
              <a:r>
                <a:rPr lang="en-US" sz="1624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Rs. 1,250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381046" y="2997107"/>
            <a:ext cx="346084" cy="346084"/>
            <a:chOff x="0" y="0"/>
            <a:chExt cx="307150" cy="30715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07155" cy="307155"/>
            </a:xfrm>
            <a:custGeom>
              <a:avLst/>
              <a:gdLst/>
              <a:ahLst/>
              <a:cxnLst/>
              <a:rect r="r" b="b" t="t" l="l"/>
              <a:pathLst>
                <a:path h="307155" w="307155">
                  <a:moveTo>
                    <a:pt x="0" y="0"/>
                  </a:moveTo>
                  <a:lnTo>
                    <a:pt x="307155" y="0"/>
                  </a:lnTo>
                  <a:lnTo>
                    <a:pt x="307155" y="307155"/>
                  </a:lnTo>
                  <a:lnTo>
                    <a:pt x="0" y="3071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2" t="0" r="-78300" b="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307150" cy="307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35"/>
                </a:lnSpc>
              </a:pPr>
              <a:r>
                <a:rPr lang="en-US" sz="1362">
                  <a:solidFill>
                    <a:srgbClr val="999999"/>
                  </a:solidFill>
                  <a:latin typeface="Inter"/>
                  <a:ea typeface="Inter"/>
                  <a:cs typeface="Inter"/>
                  <a:sym typeface="Inter"/>
                </a:rPr>
                <a:t>✕</a:t>
              </a:r>
            </a:p>
          </p:txBody>
        </p:sp>
      </p:grpSp>
      <p:sp>
        <p:nvSpPr>
          <p:cNvPr name="AutoShape 69" id="69"/>
          <p:cNvSpPr/>
          <p:nvPr/>
        </p:nvSpPr>
        <p:spPr>
          <a:xfrm rot="4620">
            <a:off x="1057728" y="3948369"/>
            <a:ext cx="10663249" cy="0"/>
          </a:xfrm>
          <a:prstGeom prst="line">
            <a:avLst/>
          </a:prstGeom>
          <a:ln cap="rnd" w="19050">
            <a:solidFill>
              <a:srgbClr val="EAEA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0" id="70"/>
          <p:cNvGrpSpPr/>
          <p:nvPr/>
        </p:nvGrpSpPr>
        <p:grpSpPr>
          <a:xfrm rot="0">
            <a:off x="1064897" y="4101943"/>
            <a:ext cx="1198007" cy="1198007"/>
            <a:chOff x="0" y="0"/>
            <a:chExt cx="1063231" cy="106323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63244" cy="1063244"/>
            </a:xfrm>
            <a:custGeom>
              <a:avLst/>
              <a:gdLst/>
              <a:ahLst/>
              <a:cxnLst/>
              <a:rect r="r" b="b" t="t" l="l"/>
              <a:pathLst>
                <a:path h="1063244" w="1063244">
                  <a:moveTo>
                    <a:pt x="0" y="0"/>
                  </a:moveTo>
                  <a:lnTo>
                    <a:pt x="1063244" y="0"/>
                  </a:lnTo>
                  <a:lnTo>
                    <a:pt x="1063244" y="1063244"/>
                  </a:lnTo>
                  <a:lnTo>
                    <a:pt x="0" y="1063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2555741" y="4248361"/>
            <a:ext cx="3993352" cy="292851"/>
            <a:chOff x="0" y="0"/>
            <a:chExt cx="3544100" cy="25990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544097" cy="259900"/>
            </a:xfrm>
            <a:custGeom>
              <a:avLst/>
              <a:gdLst/>
              <a:ahLst/>
              <a:cxnLst/>
              <a:rect r="r" b="b" t="t" l="l"/>
              <a:pathLst>
                <a:path h="259900" w="3544097">
                  <a:moveTo>
                    <a:pt x="0" y="0"/>
                  </a:moveTo>
                  <a:lnTo>
                    <a:pt x="3544097" y="0"/>
                  </a:lnTo>
                  <a:lnTo>
                    <a:pt x="3544097" y="259900"/>
                  </a:lnTo>
                  <a:lnTo>
                    <a:pt x="0" y="259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704" r="0" b="-21570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3544100" cy="269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8"/>
                </a:lnSpc>
              </a:pPr>
              <a:r>
                <a:rPr lang="en-US" sz="1624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Malai Boti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2555741" y="4594459"/>
            <a:ext cx="3993352" cy="239604"/>
            <a:chOff x="0" y="0"/>
            <a:chExt cx="3544100" cy="21264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544097" cy="212645"/>
            </a:xfrm>
            <a:custGeom>
              <a:avLst/>
              <a:gdLst/>
              <a:ahLst/>
              <a:cxnLst/>
              <a:rect r="r" b="b" t="t" l="l"/>
              <a:pathLst>
                <a:path h="212645" w="3544097">
                  <a:moveTo>
                    <a:pt x="0" y="0"/>
                  </a:moveTo>
                  <a:lnTo>
                    <a:pt x="3544097" y="0"/>
                  </a:lnTo>
                  <a:lnTo>
                    <a:pt x="3544097" y="212645"/>
                  </a:lnTo>
                  <a:lnTo>
                    <a:pt x="0" y="2126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3544100" cy="2221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5"/>
                </a:lnSpc>
              </a:pPr>
              <a:r>
                <a:rPr lang="en-US" sz="1204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Creamy boti grilled over charcoal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2555741" y="4913927"/>
            <a:ext cx="3993352" cy="239604"/>
            <a:chOff x="0" y="0"/>
            <a:chExt cx="3544100" cy="21264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544097" cy="212645"/>
            </a:xfrm>
            <a:custGeom>
              <a:avLst/>
              <a:gdLst/>
              <a:ahLst/>
              <a:cxnLst/>
              <a:rect r="r" b="b" t="t" l="l"/>
              <a:pathLst>
                <a:path h="212645" w="3544097">
                  <a:moveTo>
                    <a:pt x="0" y="0"/>
                  </a:moveTo>
                  <a:lnTo>
                    <a:pt x="3544097" y="0"/>
                  </a:lnTo>
                  <a:lnTo>
                    <a:pt x="3544097" y="212645"/>
                  </a:lnTo>
                  <a:lnTo>
                    <a:pt x="0" y="2126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2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3544100" cy="2126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8"/>
                </a:lnSpc>
              </a:pPr>
              <a:r>
                <a:rPr lang="en-US" sz="1257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Rs. 850 each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180873" y="4454194"/>
            <a:ext cx="1611648" cy="493518"/>
            <a:chOff x="0" y="0"/>
            <a:chExt cx="1430338" cy="43799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430274" cy="438023"/>
            </a:xfrm>
            <a:custGeom>
              <a:avLst/>
              <a:gdLst/>
              <a:ahLst/>
              <a:cxnLst/>
              <a:rect r="r" b="b" t="t" l="l"/>
              <a:pathLst>
                <a:path h="438023" w="1430274">
                  <a:moveTo>
                    <a:pt x="0" y="218948"/>
                  </a:moveTo>
                  <a:cubicBezTo>
                    <a:pt x="0" y="98044"/>
                    <a:pt x="98044" y="0"/>
                    <a:pt x="218948" y="0"/>
                  </a:cubicBezTo>
                  <a:lnTo>
                    <a:pt x="1211326" y="0"/>
                  </a:lnTo>
                  <a:cubicBezTo>
                    <a:pt x="1332230" y="0"/>
                    <a:pt x="1430274" y="98044"/>
                    <a:pt x="1430274" y="218948"/>
                  </a:cubicBezTo>
                  <a:cubicBezTo>
                    <a:pt x="1430274" y="339852"/>
                    <a:pt x="1332230" y="438023"/>
                    <a:pt x="1211326" y="438023"/>
                  </a:cubicBezTo>
                  <a:lnTo>
                    <a:pt x="218948" y="438023"/>
                  </a:lnTo>
                  <a:cubicBezTo>
                    <a:pt x="98044" y="438023"/>
                    <a:pt x="0" y="339979"/>
                    <a:pt x="0" y="2189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5D5D5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7188028" y="4474657"/>
            <a:ext cx="479209" cy="452578"/>
            <a:chOff x="0" y="0"/>
            <a:chExt cx="425298" cy="40166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25292" cy="401664"/>
            </a:xfrm>
            <a:custGeom>
              <a:avLst/>
              <a:gdLst/>
              <a:ahLst/>
              <a:cxnLst/>
              <a:rect r="r" b="b" t="t" l="l"/>
              <a:pathLst>
                <a:path h="401664" w="425292">
                  <a:moveTo>
                    <a:pt x="0" y="0"/>
                  </a:moveTo>
                  <a:lnTo>
                    <a:pt x="425292" y="0"/>
                  </a:lnTo>
                  <a:lnTo>
                    <a:pt x="425292" y="401664"/>
                  </a:lnTo>
                  <a:lnTo>
                    <a:pt x="0" y="40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174" t="0" r="-71175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425298" cy="4016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38"/>
                </a:lnSpc>
              </a:pPr>
              <a:r>
                <a:rPr lang="en-US" sz="1781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−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667237" y="4474657"/>
            <a:ext cx="638935" cy="452578"/>
            <a:chOff x="0" y="0"/>
            <a:chExt cx="567055" cy="40166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67056" cy="401664"/>
            </a:xfrm>
            <a:custGeom>
              <a:avLst/>
              <a:gdLst/>
              <a:ahLst/>
              <a:cxnLst/>
              <a:rect r="r" b="b" t="t" l="l"/>
              <a:pathLst>
                <a:path h="401664" w="567056">
                  <a:moveTo>
                    <a:pt x="0" y="0"/>
                  </a:moveTo>
                  <a:lnTo>
                    <a:pt x="567056" y="0"/>
                  </a:lnTo>
                  <a:lnTo>
                    <a:pt x="567056" y="401664"/>
                  </a:lnTo>
                  <a:lnTo>
                    <a:pt x="0" y="40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0881" t="0" r="-40881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567055" cy="4016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1"/>
                </a:lnSpc>
              </a:pPr>
              <a:r>
                <a:rPr lang="en-US" sz="1467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306172" y="4474657"/>
            <a:ext cx="479209" cy="452578"/>
            <a:chOff x="0" y="0"/>
            <a:chExt cx="425298" cy="40166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25292" cy="401664"/>
            </a:xfrm>
            <a:custGeom>
              <a:avLst/>
              <a:gdLst/>
              <a:ahLst/>
              <a:cxnLst/>
              <a:rect r="r" b="b" t="t" l="l"/>
              <a:pathLst>
                <a:path h="401664" w="425292">
                  <a:moveTo>
                    <a:pt x="0" y="0"/>
                  </a:moveTo>
                  <a:lnTo>
                    <a:pt x="425292" y="0"/>
                  </a:lnTo>
                  <a:lnTo>
                    <a:pt x="425292" y="401664"/>
                  </a:lnTo>
                  <a:lnTo>
                    <a:pt x="0" y="40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174" t="0" r="-71175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425298" cy="4016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38"/>
                </a:lnSpc>
              </a:pPr>
              <a:r>
                <a:rPr lang="en-US" sz="1781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+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317822" y="4541212"/>
            <a:ext cx="1730448" cy="319468"/>
            <a:chOff x="0" y="0"/>
            <a:chExt cx="1535773" cy="28352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535776" cy="283528"/>
            </a:xfrm>
            <a:custGeom>
              <a:avLst/>
              <a:gdLst/>
              <a:ahLst/>
              <a:cxnLst/>
              <a:rect r="r" b="b" t="t" l="l"/>
              <a:pathLst>
                <a:path h="283528" w="1535776">
                  <a:moveTo>
                    <a:pt x="0" y="0"/>
                  </a:moveTo>
                  <a:lnTo>
                    <a:pt x="1535776" y="0"/>
                  </a:lnTo>
                  <a:lnTo>
                    <a:pt x="1535776" y="283528"/>
                  </a:lnTo>
                  <a:lnTo>
                    <a:pt x="0" y="283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1535773" cy="293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8"/>
                </a:lnSpc>
              </a:pPr>
              <a:r>
                <a:rPr lang="en-US" sz="1624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Rs. 1,700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381046" y="4527904"/>
            <a:ext cx="346084" cy="346084"/>
            <a:chOff x="0" y="0"/>
            <a:chExt cx="307150" cy="30715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07155" cy="307155"/>
            </a:xfrm>
            <a:custGeom>
              <a:avLst/>
              <a:gdLst/>
              <a:ahLst/>
              <a:cxnLst/>
              <a:rect r="r" b="b" t="t" l="l"/>
              <a:pathLst>
                <a:path h="307155" w="307155">
                  <a:moveTo>
                    <a:pt x="0" y="0"/>
                  </a:moveTo>
                  <a:lnTo>
                    <a:pt x="307155" y="0"/>
                  </a:lnTo>
                  <a:lnTo>
                    <a:pt x="307155" y="307155"/>
                  </a:lnTo>
                  <a:lnTo>
                    <a:pt x="0" y="3071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2" t="0" r="-78300" b="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307150" cy="307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35"/>
                </a:lnSpc>
              </a:pPr>
              <a:r>
                <a:rPr lang="en-US" sz="1362">
                  <a:solidFill>
                    <a:srgbClr val="999999"/>
                  </a:solidFill>
                  <a:latin typeface="Inter"/>
                  <a:ea typeface="Inter"/>
                  <a:cs typeface="Inter"/>
                  <a:sym typeface="Inter"/>
                </a:rPr>
                <a:t>✕</a:t>
              </a:r>
            </a:p>
          </p:txBody>
        </p:sp>
      </p:grpSp>
      <p:sp>
        <p:nvSpPr>
          <p:cNvPr name="AutoShape 98" id="98"/>
          <p:cNvSpPr/>
          <p:nvPr/>
        </p:nvSpPr>
        <p:spPr>
          <a:xfrm rot="4620">
            <a:off x="1057728" y="5479152"/>
            <a:ext cx="10663249" cy="0"/>
          </a:xfrm>
          <a:prstGeom prst="line">
            <a:avLst/>
          </a:prstGeom>
          <a:ln cap="rnd" w="19050">
            <a:solidFill>
              <a:srgbClr val="EAEA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9" id="99"/>
          <p:cNvGrpSpPr/>
          <p:nvPr/>
        </p:nvGrpSpPr>
        <p:grpSpPr>
          <a:xfrm rot="0">
            <a:off x="1064897" y="5632725"/>
            <a:ext cx="1198007" cy="1198007"/>
            <a:chOff x="0" y="0"/>
            <a:chExt cx="1063231" cy="106323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63244" cy="1063244"/>
            </a:xfrm>
            <a:custGeom>
              <a:avLst/>
              <a:gdLst/>
              <a:ahLst/>
              <a:cxnLst/>
              <a:rect r="r" b="b" t="t" l="l"/>
              <a:pathLst>
                <a:path h="1063244" w="1063244">
                  <a:moveTo>
                    <a:pt x="0" y="0"/>
                  </a:moveTo>
                  <a:lnTo>
                    <a:pt x="1063244" y="0"/>
                  </a:lnTo>
                  <a:lnTo>
                    <a:pt x="1063244" y="1063244"/>
                  </a:lnTo>
                  <a:lnTo>
                    <a:pt x="0" y="1063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4999" r="0" b="-24999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2555741" y="5779144"/>
            <a:ext cx="3993352" cy="292851"/>
            <a:chOff x="0" y="0"/>
            <a:chExt cx="3544100" cy="25990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544097" cy="259900"/>
            </a:xfrm>
            <a:custGeom>
              <a:avLst/>
              <a:gdLst/>
              <a:ahLst/>
              <a:cxnLst/>
              <a:rect r="r" b="b" t="t" l="l"/>
              <a:pathLst>
                <a:path h="259900" w="3544097">
                  <a:moveTo>
                    <a:pt x="0" y="0"/>
                  </a:moveTo>
                  <a:lnTo>
                    <a:pt x="3544097" y="0"/>
                  </a:lnTo>
                  <a:lnTo>
                    <a:pt x="3544097" y="259900"/>
                  </a:lnTo>
                  <a:lnTo>
                    <a:pt x="0" y="259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704" r="0" b="-21570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3544100" cy="269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8"/>
                </a:lnSpc>
              </a:pPr>
              <a:r>
                <a:rPr lang="en-US" sz="1624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Chicken Chowmein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2555741" y="6125242"/>
            <a:ext cx="3993352" cy="239604"/>
            <a:chOff x="0" y="0"/>
            <a:chExt cx="3544100" cy="21264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544097" cy="212645"/>
            </a:xfrm>
            <a:custGeom>
              <a:avLst/>
              <a:gdLst/>
              <a:ahLst/>
              <a:cxnLst/>
              <a:rect r="r" b="b" t="t" l="l"/>
              <a:pathLst>
                <a:path h="212645" w="3544097">
                  <a:moveTo>
                    <a:pt x="0" y="0"/>
                  </a:moveTo>
                  <a:lnTo>
                    <a:pt x="3544097" y="0"/>
                  </a:lnTo>
                  <a:lnTo>
                    <a:pt x="3544097" y="212645"/>
                  </a:lnTo>
                  <a:lnTo>
                    <a:pt x="0" y="2126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2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544100" cy="2221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5"/>
                </a:lnSpc>
              </a:pPr>
              <a:r>
                <a:rPr lang="en-US" sz="1204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Wok-tossed noodles with chicken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2555741" y="6444710"/>
            <a:ext cx="3993352" cy="239604"/>
            <a:chOff x="0" y="0"/>
            <a:chExt cx="3544100" cy="21264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544097" cy="212645"/>
            </a:xfrm>
            <a:custGeom>
              <a:avLst/>
              <a:gdLst/>
              <a:ahLst/>
              <a:cxnLst/>
              <a:rect r="r" b="b" t="t" l="l"/>
              <a:pathLst>
                <a:path h="212645" w="3544097">
                  <a:moveTo>
                    <a:pt x="0" y="0"/>
                  </a:moveTo>
                  <a:lnTo>
                    <a:pt x="3544097" y="0"/>
                  </a:lnTo>
                  <a:lnTo>
                    <a:pt x="3544097" y="212645"/>
                  </a:lnTo>
                  <a:lnTo>
                    <a:pt x="0" y="2126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3544100" cy="2126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8"/>
                </a:lnSpc>
              </a:pPr>
              <a:r>
                <a:rPr lang="en-US" sz="1257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Rs. 620 each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7180873" y="5984977"/>
            <a:ext cx="1611648" cy="493518"/>
            <a:chOff x="0" y="0"/>
            <a:chExt cx="1430338" cy="43799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430274" cy="438023"/>
            </a:xfrm>
            <a:custGeom>
              <a:avLst/>
              <a:gdLst/>
              <a:ahLst/>
              <a:cxnLst/>
              <a:rect r="r" b="b" t="t" l="l"/>
              <a:pathLst>
                <a:path h="438023" w="1430274">
                  <a:moveTo>
                    <a:pt x="0" y="218948"/>
                  </a:moveTo>
                  <a:cubicBezTo>
                    <a:pt x="0" y="98044"/>
                    <a:pt x="98044" y="0"/>
                    <a:pt x="218948" y="0"/>
                  </a:cubicBezTo>
                  <a:lnTo>
                    <a:pt x="1211326" y="0"/>
                  </a:lnTo>
                  <a:cubicBezTo>
                    <a:pt x="1332230" y="0"/>
                    <a:pt x="1430274" y="98044"/>
                    <a:pt x="1430274" y="218948"/>
                  </a:cubicBezTo>
                  <a:cubicBezTo>
                    <a:pt x="1430274" y="339852"/>
                    <a:pt x="1332230" y="438023"/>
                    <a:pt x="1211326" y="438023"/>
                  </a:cubicBezTo>
                  <a:lnTo>
                    <a:pt x="218948" y="438023"/>
                  </a:lnTo>
                  <a:cubicBezTo>
                    <a:pt x="98044" y="438023"/>
                    <a:pt x="0" y="339979"/>
                    <a:pt x="0" y="2189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5D5D5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7188028" y="6005440"/>
            <a:ext cx="479209" cy="452578"/>
            <a:chOff x="0" y="0"/>
            <a:chExt cx="425298" cy="401663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25292" cy="401664"/>
            </a:xfrm>
            <a:custGeom>
              <a:avLst/>
              <a:gdLst/>
              <a:ahLst/>
              <a:cxnLst/>
              <a:rect r="r" b="b" t="t" l="l"/>
              <a:pathLst>
                <a:path h="401664" w="425292">
                  <a:moveTo>
                    <a:pt x="0" y="0"/>
                  </a:moveTo>
                  <a:lnTo>
                    <a:pt x="425292" y="0"/>
                  </a:lnTo>
                  <a:lnTo>
                    <a:pt x="425292" y="401664"/>
                  </a:lnTo>
                  <a:lnTo>
                    <a:pt x="0" y="40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174" t="0" r="-71175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425298" cy="4016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38"/>
                </a:lnSpc>
              </a:pPr>
              <a:r>
                <a:rPr lang="en-US" sz="1781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−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7667237" y="6005440"/>
            <a:ext cx="638935" cy="452578"/>
            <a:chOff x="0" y="0"/>
            <a:chExt cx="567055" cy="401663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67056" cy="401664"/>
            </a:xfrm>
            <a:custGeom>
              <a:avLst/>
              <a:gdLst/>
              <a:ahLst/>
              <a:cxnLst/>
              <a:rect r="r" b="b" t="t" l="l"/>
              <a:pathLst>
                <a:path h="401664" w="567056">
                  <a:moveTo>
                    <a:pt x="0" y="0"/>
                  </a:moveTo>
                  <a:lnTo>
                    <a:pt x="567056" y="0"/>
                  </a:lnTo>
                  <a:lnTo>
                    <a:pt x="567056" y="401664"/>
                  </a:lnTo>
                  <a:lnTo>
                    <a:pt x="0" y="40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0881" t="0" r="-40881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567055" cy="4016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1"/>
                </a:lnSpc>
              </a:pPr>
              <a:r>
                <a:rPr lang="en-US" sz="1467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8306172" y="6005440"/>
            <a:ext cx="479209" cy="452578"/>
            <a:chOff x="0" y="0"/>
            <a:chExt cx="425298" cy="401663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25292" cy="401664"/>
            </a:xfrm>
            <a:custGeom>
              <a:avLst/>
              <a:gdLst/>
              <a:ahLst/>
              <a:cxnLst/>
              <a:rect r="r" b="b" t="t" l="l"/>
              <a:pathLst>
                <a:path h="401664" w="425292">
                  <a:moveTo>
                    <a:pt x="0" y="0"/>
                  </a:moveTo>
                  <a:lnTo>
                    <a:pt x="425292" y="0"/>
                  </a:lnTo>
                  <a:lnTo>
                    <a:pt x="425292" y="401664"/>
                  </a:lnTo>
                  <a:lnTo>
                    <a:pt x="0" y="40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174" t="0" r="-71175" b="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0"/>
              <a:ext cx="425298" cy="4016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38"/>
                </a:lnSpc>
              </a:pPr>
              <a:r>
                <a:rPr lang="en-US" sz="1781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+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317822" y="6071995"/>
            <a:ext cx="1730448" cy="319468"/>
            <a:chOff x="0" y="0"/>
            <a:chExt cx="1535773" cy="283528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535776" cy="283528"/>
            </a:xfrm>
            <a:custGeom>
              <a:avLst/>
              <a:gdLst/>
              <a:ahLst/>
              <a:cxnLst/>
              <a:rect r="r" b="b" t="t" l="l"/>
              <a:pathLst>
                <a:path h="283528" w="1535776">
                  <a:moveTo>
                    <a:pt x="0" y="0"/>
                  </a:moveTo>
                  <a:lnTo>
                    <a:pt x="1535776" y="0"/>
                  </a:lnTo>
                  <a:lnTo>
                    <a:pt x="1535776" y="283528"/>
                  </a:lnTo>
                  <a:lnTo>
                    <a:pt x="0" y="283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9525"/>
              <a:ext cx="1535773" cy="293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8"/>
                </a:lnSpc>
              </a:pPr>
              <a:r>
                <a:rPr lang="en-US" sz="1624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Rs. 620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1381046" y="6058687"/>
            <a:ext cx="346084" cy="346084"/>
            <a:chOff x="0" y="0"/>
            <a:chExt cx="307150" cy="30715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07155" cy="307155"/>
            </a:xfrm>
            <a:custGeom>
              <a:avLst/>
              <a:gdLst/>
              <a:ahLst/>
              <a:cxnLst/>
              <a:rect r="r" b="b" t="t" l="l"/>
              <a:pathLst>
                <a:path h="307155" w="307155">
                  <a:moveTo>
                    <a:pt x="0" y="0"/>
                  </a:moveTo>
                  <a:lnTo>
                    <a:pt x="307155" y="0"/>
                  </a:lnTo>
                  <a:lnTo>
                    <a:pt x="307155" y="307155"/>
                  </a:lnTo>
                  <a:lnTo>
                    <a:pt x="0" y="3071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2" t="0" r="-78300" b="1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307150" cy="307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35"/>
                </a:lnSpc>
              </a:pPr>
              <a:r>
                <a:rPr lang="en-US" sz="1362">
                  <a:solidFill>
                    <a:srgbClr val="999999"/>
                  </a:solidFill>
                  <a:latin typeface="Inter"/>
                  <a:ea typeface="Inter"/>
                  <a:cs typeface="Inter"/>
                  <a:sym typeface="Inter"/>
                </a:rPr>
                <a:t>✕</a:t>
              </a:r>
            </a:p>
          </p:txBody>
        </p:sp>
      </p:grpSp>
      <p:sp>
        <p:nvSpPr>
          <p:cNvPr name="AutoShape 127" id="127"/>
          <p:cNvSpPr/>
          <p:nvPr/>
        </p:nvSpPr>
        <p:spPr>
          <a:xfrm rot="4620">
            <a:off x="1057728" y="7009935"/>
            <a:ext cx="10663249" cy="0"/>
          </a:xfrm>
          <a:prstGeom prst="line">
            <a:avLst/>
          </a:prstGeom>
          <a:ln cap="rnd" w="19050">
            <a:solidFill>
              <a:srgbClr val="EAEA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8" id="128"/>
          <p:cNvGrpSpPr/>
          <p:nvPr/>
        </p:nvGrpSpPr>
        <p:grpSpPr>
          <a:xfrm rot="0">
            <a:off x="1064897" y="7163508"/>
            <a:ext cx="1198007" cy="1198007"/>
            <a:chOff x="0" y="0"/>
            <a:chExt cx="1063231" cy="106323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063244" cy="1063244"/>
            </a:xfrm>
            <a:custGeom>
              <a:avLst/>
              <a:gdLst/>
              <a:ahLst/>
              <a:cxnLst/>
              <a:rect r="r" b="b" t="t" l="l"/>
              <a:pathLst>
                <a:path h="1063244" w="1063244">
                  <a:moveTo>
                    <a:pt x="0" y="0"/>
                  </a:moveTo>
                  <a:lnTo>
                    <a:pt x="1063244" y="0"/>
                  </a:lnTo>
                  <a:lnTo>
                    <a:pt x="1063244" y="1063244"/>
                  </a:lnTo>
                  <a:lnTo>
                    <a:pt x="0" y="1063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2555741" y="7309927"/>
            <a:ext cx="3993352" cy="292851"/>
            <a:chOff x="0" y="0"/>
            <a:chExt cx="3544100" cy="25990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544097" cy="259900"/>
            </a:xfrm>
            <a:custGeom>
              <a:avLst/>
              <a:gdLst/>
              <a:ahLst/>
              <a:cxnLst/>
              <a:rect r="r" b="b" t="t" l="l"/>
              <a:pathLst>
                <a:path h="259900" w="3544097">
                  <a:moveTo>
                    <a:pt x="0" y="0"/>
                  </a:moveTo>
                  <a:lnTo>
                    <a:pt x="3544097" y="0"/>
                  </a:lnTo>
                  <a:lnTo>
                    <a:pt x="3544097" y="259900"/>
                  </a:lnTo>
                  <a:lnTo>
                    <a:pt x="0" y="259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704" r="0" b="-215706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9525"/>
              <a:ext cx="3544100" cy="269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8"/>
                </a:lnSpc>
              </a:pPr>
              <a:r>
                <a:rPr lang="en-US" sz="1624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Tikka Boti Platter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2555741" y="7656025"/>
            <a:ext cx="3993352" cy="239604"/>
            <a:chOff x="0" y="0"/>
            <a:chExt cx="3544100" cy="212649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544097" cy="212645"/>
            </a:xfrm>
            <a:custGeom>
              <a:avLst/>
              <a:gdLst/>
              <a:ahLst/>
              <a:cxnLst/>
              <a:rect r="r" b="b" t="t" l="l"/>
              <a:pathLst>
                <a:path h="212645" w="3544097">
                  <a:moveTo>
                    <a:pt x="0" y="0"/>
                  </a:moveTo>
                  <a:lnTo>
                    <a:pt x="3544097" y="0"/>
                  </a:lnTo>
                  <a:lnTo>
                    <a:pt x="3544097" y="212645"/>
                  </a:lnTo>
                  <a:lnTo>
                    <a:pt x="0" y="2126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2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9525"/>
              <a:ext cx="3544100" cy="2221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5"/>
                </a:lnSpc>
              </a:pPr>
              <a:r>
                <a:rPr lang="en-US" sz="1204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With salad and raita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2555741" y="7975493"/>
            <a:ext cx="3993352" cy="239604"/>
            <a:chOff x="0" y="0"/>
            <a:chExt cx="3544100" cy="212649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544097" cy="212645"/>
            </a:xfrm>
            <a:custGeom>
              <a:avLst/>
              <a:gdLst/>
              <a:ahLst/>
              <a:cxnLst/>
              <a:rect r="r" b="b" t="t" l="l"/>
              <a:pathLst>
                <a:path h="212645" w="3544097">
                  <a:moveTo>
                    <a:pt x="0" y="0"/>
                  </a:moveTo>
                  <a:lnTo>
                    <a:pt x="3544097" y="0"/>
                  </a:lnTo>
                  <a:lnTo>
                    <a:pt x="3544097" y="212645"/>
                  </a:lnTo>
                  <a:lnTo>
                    <a:pt x="0" y="2126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2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0"/>
              <a:ext cx="3544100" cy="2126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8"/>
                </a:lnSpc>
              </a:pPr>
              <a:r>
                <a:rPr lang="en-US" sz="1257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Rs. 990 each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7180873" y="7515760"/>
            <a:ext cx="1611648" cy="493518"/>
            <a:chOff x="0" y="0"/>
            <a:chExt cx="1430338" cy="437998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430274" cy="438023"/>
            </a:xfrm>
            <a:custGeom>
              <a:avLst/>
              <a:gdLst/>
              <a:ahLst/>
              <a:cxnLst/>
              <a:rect r="r" b="b" t="t" l="l"/>
              <a:pathLst>
                <a:path h="438023" w="1430274">
                  <a:moveTo>
                    <a:pt x="0" y="218948"/>
                  </a:moveTo>
                  <a:cubicBezTo>
                    <a:pt x="0" y="98044"/>
                    <a:pt x="98044" y="0"/>
                    <a:pt x="218948" y="0"/>
                  </a:cubicBezTo>
                  <a:lnTo>
                    <a:pt x="1211326" y="0"/>
                  </a:lnTo>
                  <a:cubicBezTo>
                    <a:pt x="1332230" y="0"/>
                    <a:pt x="1430274" y="98044"/>
                    <a:pt x="1430274" y="218948"/>
                  </a:cubicBezTo>
                  <a:cubicBezTo>
                    <a:pt x="1430274" y="339852"/>
                    <a:pt x="1332230" y="438023"/>
                    <a:pt x="1211326" y="438023"/>
                  </a:cubicBezTo>
                  <a:lnTo>
                    <a:pt x="218948" y="438023"/>
                  </a:lnTo>
                  <a:cubicBezTo>
                    <a:pt x="98044" y="438023"/>
                    <a:pt x="0" y="339979"/>
                    <a:pt x="0" y="2189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5D5D5"/>
              </a:solidFill>
              <a:prstDash val="solid"/>
              <a:miter/>
            </a:ln>
          </p:spPr>
        </p:sp>
      </p:grpSp>
      <p:grpSp>
        <p:nvGrpSpPr>
          <p:cNvPr name="Group 141" id="141"/>
          <p:cNvGrpSpPr/>
          <p:nvPr/>
        </p:nvGrpSpPr>
        <p:grpSpPr>
          <a:xfrm rot="0">
            <a:off x="7188028" y="7536223"/>
            <a:ext cx="479209" cy="452578"/>
            <a:chOff x="0" y="0"/>
            <a:chExt cx="425298" cy="401663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425292" cy="401664"/>
            </a:xfrm>
            <a:custGeom>
              <a:avLst/>
              <a:gdLst/>
              <a:ahLst/>
              <a:cxnLst/>
              <a:rect r="r" b="b" t="t" l="l"/>
              <a:pathLst>
                <a:path h="401664" w="425292">
                  <a:moveTo>
                    <a:pt x="0" y="0"/>
                  </a:moveTo>
                  <a:lnTo>
                    <a:pt x="425292" y="0"/>
                  </a:lnTo>
                  <a:lnTo>
                    <a:pt x="425292" y="401664"/>
                  </a:lnTo>
                  <a:lnTo>
                    <a:pt x="0" y="40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174" t="0" r="-71175" b="0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0"/>
              <a:ext cx="425298" cy="4016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38"/>
                </a:lnSpc>
              </a:pPr>
              <a:r>
                <a:rPr lang="en-US" sz="1781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−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7667237" y="7536223"/>
            <a:ext cx="638935" cy="452578"/>
            <a:chOff x="0" y="0"/>
            <a:chExt cx="567055" cy="401663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67056" cy="401664"/>
            </a:xfrm>
            <a:custGeom>
              <a:avLst/>
              <a:gdLst/>
              <a:ahLst/>
              <a:cxnLst/>
              <a:rect r="r" b="b" t="t" l="l"/>
              <a:pathLst>
                <a:path h="401664" w="567056">
                  <a:moveTo>
                    <a:pt x="0" y="0"/>
                  </a:moveTo>
                  <a:lnTo>
                    <a:pt x="567056" y="0"/>
                  </a:lnTo>
                  <a:lnTo>
                    <a:pt x="567056" y="401664"/>
                  </a:lnTo>
                  <a:lnTo>
                    <a:pt x="0" y="40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0881" t="0" r="-40881" b="0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0"/>
              <a:ext cx="567055" cy="4016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1"/>
                </a:lnSpc>
              </a:pPr>
              <a:r>
                <a:rPr lang="en-US" sz="1467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8306172" y="7536223"/>
            <a:ext cx="479209" cy="452578"/>
            <a:chOff x="0" y="0"/>
            <a:chExt cx="425298" cy="401663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425292" cy="401664"/>
            </a:xfrm>
            <a:custGeom>
              <a:avLst/>
              <a:gdLst/>
              <a:ahLst/>
              <a:cxnLst/>
              <a:rect r="r" b="b" t="t" l="l"/>
              <a:pathLst>
                <a:path h="401664" w="425292">
                  <a:moveTo>
                    <a:pt x="0" y="0"/>
                  </a:moveTo>
                  <a:lnTo>
                    <a:pt x="425292" y="0"/>
                  </a:lnTo>
                  <a:lnTo>
                    <a:pt x="425292" y="401664"/>
                  </a:lnTo>
                  <a:lnTo>
                    <a:pt x="0" y="40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174" t="0" r="-71175" b="0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0"/>
              <a:ext cx="425298" cy="4016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38"/>
                </a:lnSpc>
              </a:pPr>
              <a:r>
                <a:rPr lang="en-US" sz="1781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+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9317822" y="7602778"/>
            <a:ext cx="1730448" cy="319468"/>
            <a:chOff x="0" y="0"/>
            <a:chExt cx="1535773" cy="283528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535776" cy="283528"/>
            </a:xfrm>
            <a:custGeom>
              <a:avLst/>
              <a:gdLst/>
              <a:ahLst/>
              <a:cxnLst/>
              <a:rect r="r" b="b" t="t" l="l"/>
              <a:pathLst>
                <a:path h="283528" w="1535776">
                  <a:moveTo>
                    <a:pt x="0" y="0"/>
                  </a:moveTo>
                  <a:lnTo>
                    <a:pt x="1535776" y="0"/>
                  </a:lnTo>
                  <a:lnTo>
                    <a:pt x="1535776" y="283528"/>
                  </a:lnTo>
                  <a:lnTo>
                    <a:pt x="0" y="283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9525"/>
              <a:ext cx="1535773" cy="293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8"/>
                </a:lnSpc>
              </a:pPr>
              <a:r>
                <a:rPr lang="en-US" sz="1624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Rs. 990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11381046" y="7589470"/>
            <a:ext cx="346084" cy="346084"/>
            <a:chOff x="0" y="0"/>
            <a:chExt cx="307150" cy="30715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307155" cy="307155"/>
            </a:xfrm>
            <a:custGeom>
              <a:avLst/>
              <a:gdLst/>
              <a:ahLst/>
              <a:cxnLst/>
              <a:rect r="r" b="b" t="t" l="l"/>
              <a:pathLst>
                <a:path h="307155" w="307155">
                  <a:moveTo>
                    <a:pt x="0" y="0"/>
                  </a:moveTo>
                  <a:lnTo>
                    <a:pt x="307155" y="0"/>
                  </a:lnTo>
                  <a:lnTo>
                    <a:pt x="307155" y="307155"/>
                  </a:lnTo>
                  <a:lnTo>
                    <a:pt x="0" y="3071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2" t="0" r="-78300" b="1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0"/>
              <a:ext cx="307150" cy="307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35"/>
                </a:lnSpc>
              </a:pPr>
              <a:r>
                <a:rPr lang="en-US" sz="1362">
                  <a:solidFill>
                    <a:srgbClr val="999999"/>
                  </a:solidFill>
                  <a:latin typeface="Inter"/>
                  <a:ea typeface="Inter"/>
                  <a:cs typeface="Inter"/>
                  <a:sym typeface="Inter"/>
                </a:rPr>
                <a:t>✕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798676" y="9080314"/>
            <a:ext cx="3460897" cy="292851"/>
            <a:chOff x="0" y="0"/>
            <a:chExt cx="3071546" cy="25990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3071551" cy="259900"/>
            </a:xfrm>
            <a:custGeom>
              <a:avLst/>
              <a:gdLst/>
              <a:ahLst/>
              <a:cxnLst/>
              <a:rect r="r" b="b" t="t" l="l"/>
              <a:pathLst>
                <a:path h="259900" w="3071551">
                  <a:moveTo>
                    <a:pt x="0" y="0"/>
                  </a:moveTo>
                  <a:lnTo>
                    <a:pt x="3071551" y="0"/>
                  </a:lnTo>
                  <a:lnTo>
                    <a:pt x="3071551" y="259900"/>
                  </a:lnTo>
                  <a:lnTo>
                    <a:pt x="0" y="259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276" r="0" b="-180278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0"/>
              <a:ext cx="3071546" cy="259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8"/>
                </a:lnSpc>
              </a:pPr>
              <a:r>
                <a:rPr lang="en-US" sz="1415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←  Continue Ordering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2505343" y="2364339"/>
            <a:ext cx="5019312" cy="6403662"/>
            <a:chOff x="0" y="0"/>
            <a:chExt cx="4454639" cy="568325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4454652" cy="5683250"/>
            </a:xfrm>
            <a:custGeom>
              <a:avLst/>
              <a:gdLst/>
              <a:ahLst/>
              <a:cxnLst/>
              <a:rect r="r" b="b" t="t" l="l"/>
              <a:pathLst>
                <a:path h="5683250" w="4454652">
                  <a:moveTo>
                    <a:pt x="0" y="71120"/>
                  </a:moveTo>
                  <a:cubicBezTo>
                    <a:pt x="0" y="31877"/>
                    <a:pt x="31877" y="0"/>
                    <a:pt x="71120" y="0"/>
                  </a:cubicBezTo>
                  <a:lnTo>
                    <a:pt x="4383532" y="0"/>
                  </a:lnTo>
                  <a:cubicBezTo>
                    <a:pt x="4422775" y="0"/>
                    <a:pt x="4454652" y="31877"/>
                    <a:pt x="4454652" y="71120"/>
                  </a:cubicBezTo>
                  <a:lnTo>
                    <a:pt x="4454652" y="5612130"/>
                  </a:lnTo>
                  <a:cubicBezTo>
                    <a:pt x="4454652" y="5651373"/>
                    <a:pt x="4422775" y="5683250"/>
                    <a:pt x="4383532" y="5683250"/>
                  </a:cubicBezTo>
                  <a:lnTo>
                    <a:pt x="71120" y="5683250"/>
                  </a:lnTo>
                  <a:cubicBezTo>
                    <a:pt x="31877" y="5683250"/>
                    <a:pt x="0" y="5651373"/>
                    <a:pt x="0" y="561213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8E8E8"/>
              </a:solidFill>
              <a:prstDash val="solid"/>
              <a:miter/>
            </a:ln>
          </p:spPr>
        </p:sp>
      </p:grpSp>
      <p:grpSp>
        <p:nvGrpSpPr>
          <p:cNvPr name="Group 161" id="161"/>
          <p:cNvGrpSpPr/>
          <p:nvPr/>
        </p:nvGrpSpPr>
        <p:grpSpPr>
          <a:xfrm rot="0">
            <a:off x="12858582" y="2624407"/>
            <a:ext cx="3993352" cy="372715"/>
            <a:chOff x="0" y="0"/>
            <a:chExt cx="3544100" cy="330784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3544097" cy="330783"/>
            </a:xfrm>
            <a:custGeom>
              <a:avLst/>
              <a:gdLst/>
              <a:ahLst/>
              <a:cxnLst/>
              <a:rect r="r" b="b" t="t" l="l"/>
              <a:pathLst>
                <a:path h="330783" w="3544097">
                  <a:moveTo>
                    <a:pt x="0" y="0"/>
                  </a:moveTo>
                  <a:lnTo>
                    <a:pt x="3544097" y="0"/>
                  </a:lnTo>
                  <a:lnTo>
                    <a:pt x="3544097" y="330783"/>
                  </a:lnTo>
                  <a:lnTo>
                    <a:pt x="0" y="3307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0"/>
              <a:ext cx="3544100" cy="3307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0"/>
                </a:lnSpc>
              </a:pPr>
              <a:r>
                <a:rPr lang="en-US" sz="1992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Order Summary</a:t>
              </a:r>
            </a:p>
          </p:txBody>
        </p:sp>
      </p:grpSp>
      <p:sp>
        <p:nvSpPr>
          <p:cNvPr name="AutoShape 164" id="164"/>
          <p:cNvSpPr/>
          <p:nvPr/>
        </p:nvSpPr>
        <p:spPr>
          <a:xfrm rot="11340">
            <a:off x="12851413" y="3123077"/>
            <a:ext cx="4327144" cy="0"/>
          </a:xfrm>
          <a:prstGeom prst="line">
            <a:avLst/>
          </a:prstGeom>
          <a:ln cap="rnd" w="19050">
            <a:solidFill>
              <a:srgbClr val="E3E3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5" id="165"/>
          <p:cNvGrpSpPr/>
          <p:nvPr/>
        </p:nvGrpSpPr>
        <p:grpSpPr>
          <a:xfrm rot="0">
            <a:off x="12858582" y="3396452"/>
            <a:ext cx="2662235" cy="266221"/>
            <a:chOff x="0" y="0"/>
            <a:chExt cx="2362733" cy="236271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362732" cy="236273"/>
            </a:xfrm>
            <a:custGeom>
              <a:avLst/>
              <a:gdLst/>
              <a:ahLst/>
              <a:cxnLst/>
              <a:rect r="r" b="b" t="t" l="l"/>
              <a:pathLst>
                <a:path h="236273" w="2362732">
                  <a:moveTo>
                    <a:pt x="0" y="0"/>
                  </a:moveTo>
                  <a:lnTo>
                    <a:pt x="2362732" y="0"/>
                  </a:lnTo>
                  <a:lnTo>
                    <a:pt x="2362732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49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0"/>
              <a:ext cx="2362733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Subtotal (5 items)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5041608" y="3396452"/>
            <a:ext cx="2129779" cy="266221"/>
            <a:chOff x="0" y="0"/>
            <a:chExt cx="1890179" cy="236271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1890185" cy="236273"/>
            </a:xfrm>
            <a:custGeom>
              <a:avLst/>
              <a:gdLst/>
              <a:ahLst/>
              <a:cxnLst/>
              <a:rect r="r" b="b" t="t" l="l"/>
              <a:pathLst>
                <a:path h="236273" w="1890185">
                  <a:moveTo>
                    <a:pt x="0" y="0"/>
                  </a:moveTo>
                  <a:lnTo>
                    <a:pt x="1890185" y="0"/>
                  </a:lnTo>
                  <a:lnTo>
                    <a:pt x="1890185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0"/>
              <a:ext cx="1890179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35"/>
                </a:lnSpc>
              </a:pPr>
              <a:r>
                <a:rPr lang="en-US" sz="1362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Rs. 4,560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12858582" y="3795783"/>
            <a:ext cx="2662235" cy="266221"/>
            <a:chOff x="0" y="0"/>
            <a:chExt cx="2362733" cy="236271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362732" cy="236273"/>
            </a:xfrm>
            <a:custGeom>
              <a:avLst/>
              <a:gdLst/>
              <a:ahLst/>
              <a:cxnLst/>
              <a:rect r="r" b="b" t="t" l="l"/>
              <a:pathLst>
                <a:path h="236273" w="2362732">
                  <a:moveTo>
                    <a:pt x="0" y="0"/>
                  </a:moveTo>
                  <a:lnTo>
                    <a:pt x="2362732" y="0"/>
                  </a:lnTo>
                  <a:lnTo>
                    <a:pt x="2362732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49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0"/>
              <a:ext cx="2362733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Delivery fee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5041608" y="3795783"/>
            <a:ext cx="2129779" cy="266221"/>
            <a:chOff x="0" y="0"/>
            <a:chExt cx="1890179" cy="236271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890185" cy="236273"/>
            </a:xfrm>
            <a:custGeom>
              <a:avLst/>
              <a:gdLst/>
              <a:ahLst/>
              <a:cxnLst/>
              <a:rect r="r" b="b" t="t" l="l"/>
              <a:pathLst>
                <a:path h="236273" w="1890185">
                  <a:moveTo>
                    <a:pt x="0" y="0"/>
                  </a:moveTo>
                  <a:lnTo>
                    <a:pt x="1890185" y="0"/>
                  </a:lnTo>
                  <a:lnTo>
                    <a:pt x="1890185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0"/>
              <a:ext cx="1890179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35"/>
                </a:lnSpc>
              </a:pPr>
              <a:r>
                <a:rPr lang="en-US" sz="1362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Rs. 150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2858582" y="4195114"/>
            <a:ext cx="2662235" cy="266221"/>
            <a:chOff x="0" y="0"/>
            <a:chExt cx="2362733" cy="236271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362732" cy="236273"/>
            </a:xfrm>
            <a:custGeom>
              <a:avLst/>
              <a:gdLst/>
              <a:ahLst/>
              <a:cxnLst/>
              <a:rect r="r" b="b" t="t" l="l"/>
              <a:pathLst>
                <a:path h="236273" w="2362732">
                  <a:moveTo>
                    <a:pt x="0" y="0"/>
                  </a:moveTo>
                  <a:lnTo>
                    <a:pt x="2362732" y="0"/>
                  </a:lnTo>
                  <a:lnTo>
                    <a:pt x="2362732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49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0"/>
              <a:ext cx="2362733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Discount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15041608" y="4195114"/>
            <a:ext cx="2129779" cy="266221"/>
            <a:chOff x="0" y="0"/>
            <a:chExt cx="1890179" cy="236271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1890185" cy="236273"/>
            </a:xfrm>
            <a:custGeom>
              <a:avLst/>
              <a:gdLst/>
              <a:ahLst/>
              <a:cxnLst/>
              <a:rect r="r" b="b" t="t" l="l"/>
              <a:pathLst>
                <a:path h="236273" w="1890185">
                  <a:moveTo>
                    <a:pt x="0" y="0"/>
                  </a:moveTo>
                  <a:lnTo>
                    <a:pt x="1890185" y="0"/>
                  </a:lnTo>
                  <a:lnTo>
                    <a:pt x="1890185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0"/>
              <a:ext cx="1890179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35"/>
                </a:lnSpc>
              </a:pPr>
              <a:r>
                <a:rPr lang="en-US" sz="1362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− Rs. 0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2851427" y="4800278"/>
            <a:ext cx="4327130" cy="546751"/>
            <a:chOff x="0" y="0"/>
            <a:chExt cx="3840328" cy="485242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3840353" cy="485267"/>
            </a:xfrm>
            <a:custGeom>
              <a:avLst/>
              <a:gdLst/>
              <a:ahLst/>
              <a:cxnLst/>
              <a:rect r="r" b="b" t="t" l="l"/>
              <a:pathLst>
                <a:path h="485267" w="3840353">
                  <a:moveTo>
                    <a:pt x="0" y="36449"/>
                  </a:moveTo>
                  <a:cubicBezTo>
                    <a:pt x="0" y="16256"/>
                    <a:pt x="16256" y="0"/>
                    <a:pt x="36449" y="0"/>
                  </a:cubicBezTo>
                  <a:lnTo>
                    <a:pt x="3803904" y="0"/>
                  </a:lnTo>
                  <a:cubicBezTo>
                    <a:pt x="3823970" y="0"/>
                    <a:pt x="3840353" y="16256"/>
                    <a:pt x="3840353" y="36449"/>
                  </a:cubicBezTo>
                  <a:lnTo>
                    <a:pt x="3840353" y="448818"/>
                  </a:lnTo>
                  <a:cubicBezTo>
                    <a:pt x="3840353" y="468884"/>
                    <a:pt x="3824097" y="485267"/>
                    <a:pt x="3803904" y="485267"/>
                  </a:cubicBezTo>
                  <a:lnTo>
                    <a:pt x="36449" y="485267"/>
                  </a:lnTo>
                  <a:cubicBezTo>
                    <a:pt x="16256" y="485267"/>
                    <a:pt x="0" y="469011"/>
                    <a:pt x="0" y="448818"/>
                  </a:cubicBezTo>
                  <a:close/>
                </a:path>
              </a:pathLst>
            </a:custGeom>
            <a:solidFill>
              <a:srgbClr val="F5F9F3"/>
            </a:solidFill>
            <a:ln w="19050" cap="sq">
              <a:solidFill>
                <a:srgbClr val="D5D5D5"/>
              </a:solidFill>
              <a:prstDash val="solid"/>
              <a:miter/>
            </a:ln>
          </p:spPr>
        </p:sp>
      </p:grpSp>
      <p:grpSp>
        <p:nvGrpSpPr>
          <p:cNvPr name="Group 185" id="185"/>
          <p:cNvGrpSpPr/>
          <p:nvPr/>
        </p:nvGrpSpPr>
        <p:grpSpPr>
          <a:xfrm rot="0">
            <a:off x="13044939" y="4887296"/>
            <a:ext cx="2662235" cy="372715"/>
            <a:chOff x="0" y="0"/>
            <a:chExt cx="2362733" cy="330784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2362732" cy="330783"/>
            </a:xfrm>
            <a:custGeom>
              <a:avLst/>
              <a:gdLst/>
              <a:ahLst/>
              <a:cxnLst/>
              <a:rect r="r" b="b" t="t" l="l"/>
              <a:pathLst>
                <a:path h="330783" w="2362732">
                  <a:moveTo>
                    <a:pt x="0" y="0"/>
                  </a:moveTo>
                  <a:lnTo>
                    <a:pt x="2362732" y="0"/>
                  </a:lnTo>
                  <a:lnTo>
                    <a:pt x="2362732" y="330783"/>
                  </a:lnTo>
                  <a:lnTo>
                    <a:pt x="0" y="3307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9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2362733" cy="3307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72"/>
                </a:lnSpc>
              </a:pPr>
              <a:r>
                <a:rPr lang="en-US" sz="131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Enter promo code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6106505" y="4887296"/>
            <a:ext cx="985019" cy="372715"/>
            <a:chOff x="0" y="0"/>
            <a:chExt cx="874204" cy="330784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874141" cy="330835"/>
            </a:xfrm>
            <a:custGeom>
              <a:avLst/>
              <a:gdLst/>
              <a:ahLst/>
              <a:cxnLst/>
              <a:rect r="r" b="b" t="t" l="l"/>
              <a:pathLst>
                <a:path h="330835" w="874141">
                  <a:moveTo>
                    <a:pt x="0" y="35433"/>
                  </a:moveTo>
                  <a:cubicBezTo>
                    <a:pt x="0" y="15875"/>
                    <a:pt x="15875" y="0"/>
                    <a:pt x="35433" y="0"/>
                  </a:cubicBezTo>
                  <a:lnTo>
                    <a:pt x="838708" y="0"/>
                  </a:lnTo>
                  <a:cubicBezTo>
                    <a:pt x="858266" y="0"/>
                    <a:pt x="874141" y="15875"/>
                    <a:pt x="874141" y="35433"/>
                  </a:cubicBezTo>
                  <a:lnTo>
                    <a:pt x="874141" y="295402"/>
                  </a:lnTo>
                  <a:cubicBezTo>
                    <a:pt x="874141" y="314960"/>
                    <a:pt x="858266" y="330835"/>
                    <a:pt x="838708" y="330835"/>
                  </a:cubicBezTo>
                  <a:lnTo>
                    <a:pt x="35433" y="330835"/>
                  </a:lnTo>
                  <a:cubicBezTo>
                    <a:pt x="15875" y="330835"/>
                    <a:pt x="0" y="314960"/>
                    <a:pt x="0" y="295402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190" id="190"/>
          <p:cNvGrpSpPr/>
          <p:nvPr/>
        </p:nvGrpSpPr>
        <p:grpSpPr>
          <a:xfrm rot="0">
            <a:off x="16106505" y="4887296"/>
            <a:ext cx="985019" cy="372715"/>
            <a:chOff x="0" y="0"/>
            <a:chExt cx="874204" cy="330784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874211" cy="330783"/>
            </a:xfrm>
            <a:custGeom>
              <a:avLst/>
              <a:gdLst/>
              <a:ahLst/>
              <a:cxnLst/>
              <a:rect r="r" b="b" t="t" l="l"/>
              <a:pathLst>
                <a:path h="330783" w="874211">
                  <a:moveTo>
                    <a:pt x="0" y="0"/>
                  </a:moveTo>
                  <a:lnTo>
                    <a:pt x="874211" y="0"/>
                  </a:lnTo>
                  <a:lnTo>
                    <a:pt x="874211" y="330783"/>
                  </a:lnTo>
                  <a:lnTo>
                    <a:pt x="0" y="3307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" r="0" b="-1496"/>
              </a:stretch>
            </a:blipFill>
          </p:spPr>
        </p:sp>
        <p:sp>
          <p:nvSpPr>
            <p:cNvPr name="TextBox 192" id="192"/>
            <p:cNvSpPr txBox="true"/>
            <p:nvPr/>
          </p:nvSpPr>
          <p:spPr>
            <a:xfrm>
              <a:off x="0" y="0"/>
              <a:ext cx="874204" cy="3307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7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Apply</a:t>
              </a:r>
            </a:p>
          </p:txBody>
        </p:sp>
      </p:grpSp>
      <p:sp>
        <p:nvSpPr>
          <p:cNvPr name="AutoShape 193" id="193"/>
          <p:cNvSpPr/>
          <p:nvPr/>
        </p:nvSpPr>
        <p:spPr>
          <a:xfrm rot="11340">
            <a:off x="12851413" y="5678818"/>
            <a:ext cx="4327144" cy="0"/>
          </a:xfrm>
          <a:prstGeom prst="line">
            <a:avLst/>
          </a:prstGeom>
          <a:ln cap="rnd" w="19050">
            <a:solidFill>
              <a:srgbClr val="E3E3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4" id="194"/>
          <p:cNvGrpSpPr/>
          <p:nvPr/>
        </p:nvGrpSpPr>
        <p:grpSpPr>
          <a:xfrm rot="0">
            <a:off x="12858582" y="5898946"/>
            <a:ext cx="1996669" cy="372715"/>
            <a:chOff x="0" y="0"/>
            <a:chExt cx="1772044" cy="330784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1772049" cy="330783"/>
            </a:xfrm>
            <a:custGeom>
              <a:avLst/>
              <a:gdLst/>
              <a:ahLst/>
              <a:cxnLst/>
              <a:rect r="r" b="b" t="t" l="l"/>
              <a:pathLst>
                <a:path h="330783" w="1772049">
                  <a:moveTo>
                    <a:pt x="0" y="0"/>
                  </a:moveTo>
                  <a:lnTo>
                    <a:pt x="1772049" y="0"/>
                  </a:lnTo>
                  <a:lnTo>
                    <a:pt x="1772049" y="330783"/>
                  </a:lnTo>
                  <a:lnTo>
                    <a:pt x="0" y="3307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83" r="0" b="-54383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1772044" cy="3307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4"/>
                </a:lnSpc>
              </a:pPr>
              <a:r>
                <a:rPr lang="en-US" sz="1886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Total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4509167" y="5898946"/>
            <a:ext cx="2662235" cy="372715"/>
            <a:chOff x="0" y="0"/>
            <a:chExt cx="2362733" cy="330784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362732" cy="330783"/>
            </a:xfrm>
            <a:custGeom>
              <a:avLst/>
              <a:gdLst/>
              <a:ahLst/>
              <a:cxnLst/>
              <a:rect r="r" b="b" t="t" l="l"/>
              <a:pathLst>
                <a:path h="330783" w="2362732">
                  <a:moveTo>
                    <a:pt x="0" y="0"/>
                  </a:moveTo>
                  <a:lnTo>
                    <a:pt x="2362732" y="0"/>
                  </a:lnTo>
                  <a:lnTo>
                    <a:pt x="2362732" y="330783"/>
                  </a:lnTo>
                  <a:lnTo>
                    <a:pt x="0" y="3307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9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2362733" cy="3307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14"/>
                </a:lnSpc>
              </a:pPr>
              <a:r>
                <a:rPr lang="en-US" sz="2095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Rs. 4,710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2858582" y="6564512"/>
            <a:ext cx="4312820" cy="638935"/>
            <a:chOff x="0" y="0"/>
            <a:chExt cx="3827628" cy="567055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827653" cy="567055"/>
            </a:xfrm>
            <a:custGeom>
              <a:avLst/>
              <a:gdLst/>
              <a:ahLst/>
              <a:cxnLst/>
              <a:rect r="r" b="b" t="t" l="l"/>
              <a:pathLst>
                <a:path h="567055" w="3827653">
                  <a:moveTo>
                    <a:pt x="0" y="59055"/>
                  </a:moveTo>
                  <a:cubicBezTo>
                    <a:pt x="0" y="26416"/>
                    <a:pt x="26416" y="0"/>
                    <a:pt x="59055" y="0"/>
                  </a:cubicBezTo>
                  <a:lnTo>
                    <a:pt x="3768598" y="0"/>
                  </a:lnTo>
                  <a:cubicBezTo>
                    <a:pt x="3801237" y="0"/>
                    <a:pt x="3827653" y="26416"/>
                    <a:pt x="3827653" y="59055"/>
                  </a:cubicBezTo>
                  <a:lnTo>
                    <a:pt x="3827653" y="508000"/>
                  </a:lnTo>
                  <a:cubicBezTo>
                    <a:pt x="3827653" y="540639"/>
                    <a:pt x="3801237" y="567055"/>
                    <a:pt x="3768598" y="567055"/>
                  </a:cubicBezTo>
                  <a:lnTo>
                    <a:pt x="59055" y="567055"/>
                  </a:lnTo>
                  <a:cubicBezTo>
                    <a:pt x="26416" y="567055"/>
                    <a:pt x="0" y="540639"/>
                    <a:pt x="0" y="508000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202" id="202"/>
          <p:cNvGrpSpPr/>
          <p:nvPr/>
        </p:nvGrpSpPr>
        <p:grpSpPr>
          <a:xfrm rot="0">
            <a:off x="12858582" y="6591128"/>
            <a:ext cx="4312820" cy="585688"/>
            <a:chOff x="0" y="0"/>
            <a:chExt cx="3827628" cy="519798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3827625" cy="519801"/>
            </a:xfrm>
            <a:custGeom>
              <a:avLst/>
              <a:gdLst/>
              <a:ahLst/>
              <a:cxnLst/>
              <a:rect r="r" b="b" t="t" l="l"/>
              <a:pathLst>
                <a:path h="519801" w="3827625">
                  <a:moveTo>
                    <a:pt x="0" y="0"/>
                  </a:moveTo>
                  <a:lnTo>
                    <a:pt x="3827625" y="0"/>
                  </a:lnTo>
                  <a:lnTo>
                    <a:pt x="3827625" y="519801"/>
                  </a:lnTo>
                  <a:lnTo>
                    <a:pt x="0" y="5198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481" r="0" b="-93480"/>
              </a:stretch>
            </a:blipFill>
          </p:spPr>
        </p:sp>
        <p:sp>
          <p:nvSpPr>
            <p:cNvPr name="TextBox 204" id="204"/>
            <p:cNvSpPr txBox="true"/>
            <p:nvPr/>
          </p:nvSpPr>
          <p:spPr>
            <a:xfrm>
              <a:off x="0" y="-9525"/>
              <a:ext cx="3827628" cy="5293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8"/>
                </a:lnSpc>
              </a:pPr>
              <a:r>
                <a:rPr lang="en-US" sz="162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Proceed to Checkout</a:t>
              </a:r>
            </a:p>
          </p:txBody>
        </p:sp>
      </p:grpSp>
      <p:grpSp>
        <p:nvGrpSpPr>
          <p:cNvPr name="Group 205" id="205"/>
          <p:cNvGrpSpPr/>
          <p:nvPr/>
        </p:nvGrpSpPr>
        <p:grpSpPr>
          <a:xfrm rot="0">
            <a:off x="12858582" y="7443037"/>
            <a:ext cx="4312820" cy="266221"/>
            <a:chOff x="0" y="0"/>
            <a:chExt cx="3827628" cy="236271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3827625" cy="236273"/>
            </a:xfrm>
            <a:custGeom>
              <a:avLst/>
              <a:gdLst/>
              <a:ahLst/>
              <a:cxnLst/>
              <a:rect r="r" b="b" t="t" l="l"/>
              <a:pathLst>
                <a:path h="236273" w="3827625">
                  <a:moveTo>
                    <a:pt x="0" y="0"/>
                  </a:moveTo>
                  <a:lnTo>
                    <a:pt x="3827625" y="0"/>
                  </a:lnTo>
                  <a:lnTo>
                    <a:pt x="3827625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658" r="0" b="-265657"/>
              </a:stretch>
            </a:blipFill>
          </p:spPr>
        </p:sp>
        <p:sp>
          <p:nvSpPr>
            <p:cNvPr name="TextBox 207" id="207"/>
            <p:cNvSpPr txBox="true"/>
            <p:nvPr/>
          </p:nvSpPr>
          <p:spPr>
            <a:xfrm>
              <a:off x="0" y="0"/>
              <a:ext cx="3827628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7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Estimated delivery: 30–40 min</a:t>
              </a:r>
            </a:p>
          </p:txBody>
        </p:sp>
      </p:grpSp>
      <p:grpSp>
        <p:nvGrpSpPr>
          <p:cNvPr name="Group 208" id="208"/>
          <p:cNvGrpSpPr/>
          <p:nvPr/>
        </p:nvGrpSpPr>
        <p:grpSpPr>
          <a:xfrm rot="0">
            <a:off x="12858582" y="7802444"/>
            <a:ext cx="4312820" cy="239604"/>
            <a:chOff x="0" y="0"/>
            <a:chExt cx="3827628" cy="212649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3827625" cy="212645"/>
            </a:xfrm>
            <a:custGeom>
              <a:avLst/>
              <a:gdLst/>
              <a:ahLst/>
              <a:cxnLst/>
              <a:rect r="r" b="b" t="t" l="l"/>
              <a:pathLst>
                <a:path h="212645" w="3827625">
                  <a:moveTo>
                    <a:pt x="0" y="0"/>
                  </a:moveTo>
                  <a:lnTo>
                    <a:pt x="3827625" y="0"/>
                  </a:lnTo>
                  <a:lnTo>
                    <a:pt x="3827625" y="212645"/>
                  </a:lnTo>
                  <a:lnTo>
                    <a:pt x="0" y="2126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2"/>
              </a:stretch>
            </a:blipFill>
          </p:spPr>
        </p:sp>
        <p:sp>
          <p:nvSpPr>
            <p:cNvPr name="TextBox 210" id="210"/>
            <p:cNvSpPr txBox="true"/>
            <p:nvPr/>
          </p:nvSpPr>
          <p:spPr>
            <a:xfrm>
              <a:off x="0" y="0"/>
              <a:ext cx="3827628" cy="2126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82"/>
                </a:lnSpc>
              </a:pPr>
              <a:r>
                <a:rPr lang="en-US" sz="1152">
                  <a:solidFill>
                    <a:srgbClr val="999999"/>
                  </a:solidFill>
                  <a:latin typeface="Inter"/>
                  <a:ea typeface="Inter"/>
                  <a:cs typeface="Inter"/>
                  <a:sym typeface="Inter"/>
                </a:rPr>
                <a:t>Cash on delivery and online payment available</a:t>
              </a:r>
            </a:p>
          </p:txBody>
        </p:sp>
      </p:grpSp>
      <p:grpSp>
        <p:nvGrpSpPr>
          <p:cNvPr name="Group 211" id="211"/>
          <p:cNvGrpSpPr/>
          <p:nvPr/>
        </p:nvGrpSpPr>
        <p:grpSpPr>
          <a:xfrm rot="0">
            <a:off x="12858582" y="8175158"/>
            <a:ext cx="4312820" cy="239604"/>
            <a:chOff x="0" y="0"/>
            <a:chExt cx="3827628" cy="212649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3827625" cy="212645"/>
            </a:xfrm>
            <a:custGeom>
              <a:avLst/>
              <a:gdLst/>
              <a:ahLst/>
              <a:cxnLst/>
              <a:rect r="r" b="b" t="t" l="l"/>
              <a:pathLst>
                <a:path h="212645" w="3827625">
                  <a:moveTo>
                    <a:pt x="0" y="0"/>
                  </a:moveTo>
                  <a:lnTo>
                    <a:pt x="3827625" y="0"/>
                  </a:lnTo>
                  <a:lnTo>
                    <a:pt x="3827625" y="212645"/>
                  </a:lnTo>
                  <a:lnTo>
                    <a:pt x="0" y="2126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2"/>
              </a:stretch>
            </a:blipFill>
          </p:spPr>
        </p:sp>
        <p:sp>
          <p:nvSpPr>
            <p:cNvPr name="TextBox 213" id="213"/>
            <p:cNvSpPr txBox="true"/>
            <p:nvPr/>
          </p:nvSpPr>
          <p:spPr>
            <a:xfrm>
              <a:off x="0" y="0"/>
              <a:ext cx="3827628" cy="2126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82"/>
                </a:lnSpc>
              </a:pPr>
              <a:r>
                <a:rPr lang="en-US" sz="1152">
                  <a:solidFill>
                    <a:srgbClr val="999999"/>
                  </a:solidFill>
                  <a:latin typeface="Inter"/>
                  <a:ea typeface="Inter"/>
                  <a:cs typeface="Inter"/>
                  <a:sym typeface="Inter"/>
                </a:rPr>
                <a:t>Secure checkout</a:t>
              </a:r>
            </a:p>
          </p:txBody>
        </p:sp>
      </p:grpSp>
      <p:grpSp>
        <p:nvGrpSpPr>
          <p:cNvPr name="Group 214" id="214"/>
          <p:cNvGrpSpPr/>
          <p:nvPr/>
        </p:nvGrpSpPr>
        <p:grpSpPr>
          <a:xfrm rot="0">
            <a:off x="1028700" y="2595809"/>
            <a:ext cx="1234204" cy="1209675"/>
            <a:chOff x="0" y="0"/>
            <a:chExt cx="2262707" cy="2217738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2262707" cy="2217738"/>
            </a:xfrm>
            <a:custGeom>
              <a:avLst/>
              <a:gdLst/>
              <a:ahLst/>
              <a:cxnLst/>
              <a:rect r="r" b="b" t="t" l="l"/>
              <a:pathLst>
                <a:path h="2217738" w="2262707">
                  <a:moveTo>
                    <a:pt x="0" y="0"/>
                  </a:moveTo>
                  <a:lnTo>
                    <a:pt x="2262707" y="0"/>
                  </a:lnTo>
                  <a:lnTo>
                    <a:pt x="2262707" y="2217738"/>
                  </a:lnTo>
                  <a:lnTo>
                    <a:pt x="0" y="2217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7359" t="0" r="-37359" b="0"/>
              </a:stretch>
            </a:blipFill>
          </p:spPr>
        </p:sp>
      </p:grpSp>
      <p:grpSp>
        <p:nvGrpSpPr>
          <p:cNvPr name="Group 216" id="216"/>
          <p:cNvGrpSpPr/>
          <p:nvPr/>
        </p:nvGrpSpPr>
        <p:grpSpPr>
          <a:xfrm rot="0">
            <a:off x="511806" y="388119"/>
            <a:ext cx="17597363" cy="738088"/>
            <a:chOff x="0" y="0"/>
            <a:chExt cx="23463151" cy="984118"/>
          </a:xfrm>
        </p:grpSpPr>
        <p:grpSp>
          <p:nvGrpSpPr>
            <p:cNvPr name="Group 217" id="217"/>
            <p:cNvGrpSpPr/>
            <p:nvPr/>
          </p:nvGrpSpPr>
          <p:grpSpPr>
            <a:xfrm rot="0">
              <a:off x="0" y="0"/>
              <a:ext cx="23463151" cy="984118"/>
              <a:chOff x="0" y="0"/>
              <a:chExt cx="15617660" cy="655053"/>
            </a:xfrm>
          </p:grpSpPr>
          <p:sp>
            <p:nvSpPr>
              <p:cNvPr name="Freeform 218" id="218"/>
              <p:cNvSpPr/>
              <p:nvPr/>
            </p:nvSpPr>
            <p:spPr>
              <a:xfrm flipH="false" flipV="false" rot="0">
                <a:off x="0" y="0"/>
                <a:ext cx="15617698" cy="655066"/>
              </a:xfrm>
              <a:custGeom>
                <a:avLst/>
                <a:gdLst/>
                <a:ahLst/>
                <a:cxnLst/>
                <a:rect r="r" b="b" t="t" l="l"/>
                <a:pathLst>
                  <a:path h="655066" w="15617698">
                    <a:moveTo>
                      <a:pt x="0" y="0"/>
                    </a:moveTo>
                    <a:lnTo>
                      <a:pt x="15617698" y="0"/>
                    </a:lnTo>
                    <a:lnTo>
                      <a:pt x="15617698" y="655066"/>
                    </a:lnTo>
                    <a:lnTo>
                      <a:pt x="0" y="65506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19" id="219"/>
            <p:cNvGrpSpPr/>
            <p:nvPr/>
          </p:nvGrpSpPr>
          <p:grpSpPr>
            <a:xfrm rot="0">
              <a:off x="1118125" y="166689"/>
              <a:ext cx="2484745" cy="618653"/>
              <a:chOff x="0" y="0"/>
              <a:chExt cx="1653908" cy="411791"/>
            </a:xfrm>
          </p:grpSpPr>
          <p:sp>
            <p:nvSpPr>
              <p:cNvPr name="Freeform 220" id="220"/>
              <p:cNvSpPr/>
              <p:nvPr/>
            </p:nvSpPr>
            <p:spPr>
              <a:xfrm flipH="false" flipV="false" rot="0">
                <a:off x="0" y="0"/>
                <a:ext cx="1653912" cy="411789"/>
              </a:xfrm>
              <a:custGeom>
                <a:avLst/>
                <a:gdLst/>
                <a:ahLst/>
                <a:cxnLst/>
                <a:rect r="r" b="b" t="t" l="l"/>
                <a:pathLst>
                  <a:path h="411789" w="1653912">
                    <a:moveTo>
                      <a:pt x="0" y="0"/>
                    </a:moveTo>
                    <a:lnTo>
                      <a:pt x="1653912" y="0"/>
                    </a:lnTo>
                    <a:lnTo>
                      <a:pt x="1653912" y="411789"/>
                    </a:lnTo>
                    <a:lnTo>
                      <a:pt x="0" y="411789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8095" r="0" b="-18423"/>
                </a:stretch>
              </a:blipFill>
            </p:spPr>
          </p:sp>
          <p:sp>
            <p:nvSpPr>
              <p:cNvPr name="TextBox 221" id="221"/>
              <p:cNvSpPr txBox="true"/>
              <p:nvPr/>
            </p:nvSpPr>
            <p:spPr>
              <a:xfrm>
                <a:off x="0" y="0"/>
                <a:ext cx="1653908" cy="41179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1"/>
                  </a:lnSpc>
                </a:pPr>
                <a:r>
                  <a:rPr lang="en-US" sz="2200" b="true">
                    <a:solidFill>
                      <a:srgbClr val="5A9A5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FoodEase</a:t>
                </a:r>
              </a:p>
            </p:txBody>
          </p:sp>
        </p:grpSp>
        <p:grpSp>
          <p:nvGrpSpPr>
            <p:cNvPr name="Group 222" id="222"/>
            <p:cNvGrpSpPr/>
            <p:nvPr/>
          </p:nvGrpSpPr>
          <p:grpSpPr>
            <a:xfrm rot="0">
              <a:off x="14429299" y="318122"/>
              <a:ext cx="798662" cy="416253"/>
              <a:chOff x="0" y="0"/>
              <a:chExt cx="531609" cy="277068"/>
            </a:xfrm>
          </p:grpSpPr>
          <p:sp>
            <p:nvSpPr>
              <p:cNvPr name="Freeform 223" id="223"/>
              <p:cNvSpPr/>
              <p:nvPr/>
            </p:nvSpPr>
            <p:spPr>
              <a:xfrm flipH="false" flipV="false" rot="0">
                <a:off x="0" y="0"/>
                <a:ext cx="531615" cy="277071"/>
              </a:xfrm>
              <a:custGeom>
                <a:avLst/>
                <a:gdLst/>
                <a:ahLst/>
                <a:cxnLst/>
                <a:rect r="r" b="b" t="t" l="l"/>
                <a:pathLst>
                  <a:path h="277071" w="531615">
                    <a:moveTo>
                      <a:pt x="0" y="0"/>
                    </a:moveTo>
                    <a:lnTo>
                      <a:pt x="531615" y="0"/>
                    </a:lnTo>
                    <a:lnTo>
                      <a:pt x="531615" y="277071"/>
                    </a:lnTo>
                    <a:lnTo>
                      <a:pt x="0" y="27707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023" t="0" r="-7022" b="14725"/>
                </a:stretch>
              </a:blipFill>
            </p:spPr>
          </p:sp>
          <p:sp>
            <p:nvSpPr>
              <p:cNvPr name="TextBox 224" id="224"/>
              <p:cNvSpPr txBox="true"/>
              <p:nvPr/>
            </p:nvSpPr>
            <p:spPr>
              <a:xfrm>
                <a:off x="0" y="0"/>
                <a:ext cx="531609" cy="27706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35"/>
                  </a:lnSpc>
                </a:pPr>
                <a:r>
                  <a:rPr lang="en-US" sz="1362">
                    <a:solidFill>
                      <a:srgbClr val="222222"/>
                    </a:solidFill>
                    <a:latin typeface="Inter"/>
                    <a:ea typeface="Inter"/>
                    <a:cs typeface="Inter"/>
                    <a:sym typeface="Inter"/>
                  </a:rPr>
                  <a:t>Home</a:t>
                </a:r>
              </a:p>
            </p:txBody>
          </p:sp>
        </p:grpSp>
        <p:grpSp>
          <p:nvGrpSpPr>
            <p:cNvPr name="Group 225" id="225"/>
            <p:cNvGrpSpPr/>
            <p:nvPr/>
          </p:nvGrpSpPr>
          <p:grpSpPr>
            <a:xfrm rot="0">
              <a:off x="15458693" y="318122"/>
              <a:ext cx="976142" cy="416253"/>
              <a:chOff x="0" y="0"/>
              <a:chExt cx="649745" cy="277068"/>
            </a:xfrm>
          </p:grpSpPr>
          <p:sp>
            <p:nvSpPr>
              <p:cNvPr name="Freeform 226" id="226"/>
              <p:cNvSpPr/>
              <p:nvPr/>
            </p:nvSpPr>
            <p:spPr>
              <a:xfrm flipH="false" flipV="false" rot="0">
                <a:off x="0" y="0"/>
                <a:ext cx="649751" cy="277071"/>
              </a:xfrm>
              <a:custGeom>
                <a:avLst/>
                <a:gdLst/>
                <a:ahLst/>
                <a:cxnLst/>
                <a:rect r="r" b="b" t="t" l="l"/>
                <a:pathLst>
                  <a:path h="277071" w="649751">
                    <a:moveTo>
                      <a:pt x="0" y="0"/>
                    </a:moveTo>
                    <a:lnTo>
                      <a:pt x="649751" y="0"/>
                    </a:lnTo>
                    <a:lnTo>
                      <a:pt x="649751" y="277071"/>
                    </a:lnTo>
                    <a:lnTo>
                      <a:pt x="0" y="27707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056" r="0" b="11669"/>
                </a:stretch>
              </a:blipFill>
            </p:spPr>
          </p:sp>
          <p:sp>
            <p:nvSpPr>
              <p:cNvPr name="TextBox 227" id="227"/>
              <p:cNvSpPr txBox="true"/>
              <p:nvPr/>
            </p:nvSpPr>
            <p:spPr>
              <a:xfrm>
                <a:off x="0" y="0"/>
                <a:ext cx="649745" cy="27706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35"/>
                  </a:lnSpc>
                </a:pPr>
                <a:r>
                  <a:rPr lang="en-US" sz="1362">
                    <a:solidFill>
                      <a:srgbClr val="222222"/>
                    </a:solidFill>
                    <a:latin typeface="Inter"/>
                    <a:ea typeface="Inter"/>
                    <a:cs typeface="Inter"/>
                    <a:sym typeface="Inter"/>
                  </a:rPr>
                  <a:t>Menu</a:t>
                </a:r>
              </a:p>
            </p:txBody>
          </p:sp>
        </p:grpSp>
        <p:grpSp>
          <p:nvGrpSpPr>
            <p:cNvPr name="Group 228" id="228"/>
            <p:cNvGrpSpPr/>
            <p:nvPr/>
          </p:nvGrpSpPr>
          <p:grpSpPr>
            <a:xfrm rot="0">
              <a:off x="16470343" y="318122"/>
              <a:ext cx="887402" cy="416253"/>
              <a:chOff x="0" y="0"/>
              <a:chExt cx="590677" cy="277068"/>
            </a:xfrm>
          </p:grpSpPr>
          <p:sp>
            <p:nvSpPr>
              <p:cNvPr name="Freeform 229" id="229"/>
              <p:cNvSpPr/>
              <p:nvPr/>
            </p:nvSpPr>
            <p:spPr>
              <a:xfrm flipH="false" flipV="false" rot="0">
                <a:off x="0" y="0"/>
                <a:ext cx="590683" cy="277071"/>
              </a:xfrm>
              <a:custGeom>
                <a:avLst/>
                <a:gdLst/>
                <a:ahLst/>
                <a:cxnLst/>
                <a:rect r="r" b="b" t="t" l="l"/>
                <a:pathLst>
                  <a:path h="277071" w="590683">
                    <a:moveTo>
                      <a:pt x="0" y="0"/>
                    </a:moveTo>
                    <a:lnTo>
                      <a:pt x="590683" y="0"/>
                    </a:lnTo>
                    <a:lnTo>
                      <a:pt x="590683" y="277071"/>
                    </a:lnTo>
                    <a:lnTo>
                      <a:pt x="0" y="27707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1321" t="0" r="-1320" b="14725"/>
                </a:stretch>
              </a:blipFill>
            </p:spPr>
          </p:sp>
          <p:sp>
            <p:nvSpPr>
              <p:cNvPr name="TextBox 230" id="230"/>
              <p:cNvSpPr txBox="true"/>
              <p:nvPr/>
            </p:nvSpPr>
            <p:spPr>
              <a:xfrm>
                <a:off x="0" y="0"/>
                <a:ext cx="590677" cy="27706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35"/>
                  </a:lnSpc>
                </a:pPr>
                <a:r>
                  <a:rPr lang="en-US" sz="1362">
                    <a:solidFill>
                      <a:srgbClr val="222222"/>
                    </a:solidFill>
                    <a:latin typeface="Inter"/>
                    <a:ea typeface="Inter"/>
                    <a:cs typeface="Inter"/>
                    <a:sym typeface="Inter"/>
                  </a:rPr>
                  <a:t>Deals</a:t>
                </a:r>
              </a:p>
            </p:txBody>
          </p:sp>
        </p:grpSp>
        <p:grpSp>
          <p:nvGrpSpPr>
            <p:cNvPr name="Group 231" id="231"/>
            <p:cNvGrpSpPr/>
            <p:nvPr/>
          </p:nvGrpSpPr>
          <p:grpSpPr>
            <a:xfrm rot="0">
              <a:off x="17535225" y="318122"/>
              <a:ext cx="1686083" cy="416253"/>
              <a:chOff x="0" y="0"/>
              <a:chExt cx="1122299" cy="277068"/>
            </a:xfrm>
          </p:grpSpPr>
          <p:sp>
            <p:nvSpPr>
              <p:cNvPr name="Freeform 232" id="232"/>
              <p:cNvSpPr/>
              <p:nvPr/>
            </p:nvSpPr>
            <p:spPr>
              <a:xfrm flipH="false" flipV="false" rot="0">
                <a:off x="0" y="0"/>
                <a:ext cx="1122297" cy="277071"/>
              </a:xfrm>
              <a:custGeom>
                <a:avLst/>
                <a:gdLst/>
                <a:ahLst/>
                <a:cxnLst/>
                <a:rect r="r" b="b" t="t" l="l"/>
                <a:pathLst>
                  <a:path h="277071" w="1122297">
                    <a:moveTo>
                      <a:pt x="0" y="0"/>
                    </a:moveTo>
                    <a:lnTo>
                      <a:pt x="1122297" y="0"/>
                    </a:lnTo>
                    <a:lnTo>
                      <a:pt x="1122297" y="277071"/>
                    </a:lnTo>
                    <a:lnTo>
                      <a:pt x="0" y="27707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6288" r="0" b="-21563"/>
                </a:stretch>
              </a:blipFill>
            </p:spPr>
          </p:sp>
          <p:sp>
            <p:nvSpPr>
              <p:cNvPr name="TextBox 233" id="233"/>
              <p:cNvSpPr txBox="true"/>
              <p:nvPr/>
            </p:nvSpPr>
            <p:spPr>
              <a:xfrm>
                <a:off x="0" y="0"/>
                <a:ext cx="1122299" cy="27706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35"/>
                  </a:lnSpc>
                </a:pPr>
                <a:r>
                  <a:rPr lang="en-US" sz="1362">
                    <a:solidFill>
                      <a:srgbClr val="222222"/>
                    </a:solidFill>
                    <a:latin typeface="Inter"/>
                    <a:ea typeface="Inter"/>
                    <a:cs typeface="Inter"/>
                    <a:sym typeface="Inter"/>
                  </a:rPr>
                  <a:t>Restaurants  ▾</a:t>
                </a:r>
              </a:p>
            </p:txBody>
          </p:sp>
        </p:grpSp>
        <p:grpSp>
          <p:nvGrpSpPr>
            <p:cNvPr name="Group 234" id="234"/>
            <p:cNvGrpSpPr/>
            <p:nvPr/>
          </p:nvGrpSpPr>
          <p:grpSpPr>
            <a:xfrm rot="0">
              <a:off x="19487529" y="318122"/>
              <a:ext cx="1064902" cy="416253"/>
              <a:chOff x="0" y="0"/>
              <a:chExt cx="708825" cy="277068"/>
            </a:xfrm>
          </p:grpSpPr>
          <p:sp>
            <p:nvSpPr>
              <p:cNvPr name="Freeform 235" id="235"/>
              <p:cNvSpPr/>
              <p:nvPr/>
            </p:nvSpPr>
            <p:spPr>
              <a:xfrm flipH="false" flipV="false" rot="0">
                <a:off x="0" y="0"/>
                <a:ext cx="708820" cy="277071"/>
              </a:xfrm>
              <a:custGeom>
                <a:avLst/>
                <a:gdLst/>
                <a:ahLst/>
                <a:cxnLst/>
                <a:rect r="r" b="b" t="t" l="l"/>
                <a:pathLst>
                  <a:path h="277071" w="708820">
                    <a:moveTo>
                      <a:pt x="0" y="0"/>
                    </a:moveTo>
                    <a:lnTo>
                      <a:pt x="708820" y="0"/>
                    </a:lnTo>
                    <a:lnTo>
                      <a:pt x="708820" y="277071"/>
                    </a:lnTo>
                    <a:lnTo>
                      <a:pt x="0" y="27707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210" r="0" b="7514"/>
                </a:stretch>
              </a:blipFill>
            </p:spPr>
          </p:sp>
          <p:sp>
            <p:nvSpPr>
              <p:cNvPr name="TextBox 236" id="236"/>
              <p:cNvSpPr txBox="true"/>
              <p:nvPr/>
            </p:nvSpPr>
            <p:spPr>
              <a:xfrm>
                <a:off x="0" y="0"/>
                <a:ext cx="708825" cy="27706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35"/>
                  </a:lnSpc>
                </a:pPr>
                <a:r>
                  <a:rPr lang="en-US" sz="1362" b="true">
                    <a:solidFill>
                      <a:srgbClr val="5A9A5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Cart (5)</a:t>
                </a:r>
              </a:p>
            </p:txBody>
          </p:sp>
        </p:grpSp>
        <p:grpSp>
          <p:nvGrpSpPr>
            <p:cNvPr name="Group 237" id="237"/>
            <p:cNvGrpSpPr/>
            <p:nvPr/>
          </p:nvGrpSpPr>
          <p:grpSpPr>
            <a:xfrm rot="0">
              <a:off x="20729911" y="318122"/>
              <a:ext cx="709922" cy="416253"/>
              <a:chOff x="0" y="0"/>
              <a:chExt cx="472542" cy="277068"/>
            </a:xfrm>
          </p:grpSpPr>
          <p:sp>
            <p:nvSpPr>
              <p:cNvPr name="Freeform 238" id="238"/>
              <p:cNvSpPr/>
              <p:nvPr/>
            </p:nvSpPr>
            <p:spPr>
              <a:xfrm flipH="false" flipV="false" rot="0">
                <a:off x="0" y="0"/>
                <a:ext cx="472547" cy="277071"/>
              </a:xfrm>
              <a:custGeom>
                <a:avLst/>
                <a:gdLst/>
                <a:ahLst/>
                <a:cxnLst/>
                <a:rect r="r" b="b" t="t" l="l"/>
                <a:pathLst>
                  <a:path h="277071" w="472547">
                    <a:moveTo>
                      <a:pt x="0" y="0"/>
                    </a:moveTo>
                    <a:lnTo>
                      <a:pt x="472547" y="0"/>
                    </a:lnTo>
                    <a:lnTo>
                      <a:pt x="472547" y="277071"/>
                    </a:lnTo>
                    <a:lnTo>
                      <a:pt x="0" y="27707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14151" t="0" r="-14150" b="14725"/>
                </a:stretch>
              </a:blipFill>
            </p:spPr>
          </p:sp>
          <p:sp>
            <p:nvSpPr>
              <p:cNvPr name="TextBox 239" id="239"/>
              <p:cNvSpPr txBox="true"/>
              <p:nvPr/>
            </p:nvSpPr>
            <p:spPr>
              <a:xfrm>
                <a:off x="0" y="0"/>
                <a:ext cx="472542" cy="27706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35"/>
                  </a:lnSpc>
                </a:pPr>
                <a:r>
                  <a:rPr lang="en-US" sz="1362">
                    <a:solidFill>
                      <a:srgbClr val="222222"/>
                    </a:solidFill>
                    <a:latin typeface="Inter"/>
                    <a:ea typeface="Inter"/>
                    <a:cs typeface="Inter"/>
                    <a:sym typeface="Inter"/>
                  </a:rPr>
                  <a:t>Log in</a:t>
                </a:r>
              </a:p>
            </p:txBody>
          </p:sp>
        </p:grpSp>
        <p:grpSp>
          <p:nvGrpSpPr>
            <p:cNvPr name="Group 240" id="240"/>
            <p:cNvGrpSpPr/>
            <p:nvPr/>
          </p:nvGrpSpPr>
          <p:grpSpPr>
            <a:xfrm rot="0">
              <a:off x="21617332" y="234867"/>
              <a:ext cx="1437607" cy="561954"/>
              <a:chOff x="0" y="0"/>
              <a:chExt cx="956907" cy="374051"/>
            </a:xfrm>
          </p:grpSpPr>
          <p:sp>
            <p:nvSpPr>
              <p:cNvPr name="Freeform 241" id="241"/>
              <p:cNvSpPr/>
              <p:nvPr/>
            </p:nvSpPr>
            <p:spPr>
              <a:xfrm flipH="false" flipV="false" rot="0">
                <a:off x="0" y="0"/>
                <a:ext cx="956945" cy="373962"/>
              </a:xfrm>
              <a:custGeom>
                <a:avLst/>
                <a:gdLst/>
                <a:ahLst/>
                <a:cxnLst/>
                <a:rect r="r" b="b" t="t" l="l"/>
                <a:pathLst>
                  <a:path h="373962" w="956945">
                    <a:moveTo>
                      <a:pt x="0" y="55402"/>
                    </a:moveTo>
                    <a:cubicBezTo>
                      <a:pt x="0" y="24871"/>
                      <a:pt x="21209" y="0"/>
                      <a:pt x="47244" y="0"/>
                    </a:cubicBezTo>
                    <a:lnTo>
                      <a:pt x="909701" y="0"/>
                    </a:lnTo>
                    <a:cubicBezTo>
                      <a:pt x="935736" y="0"/>
                      <a:pt x="956945" y="24871"/>
                      <a:pt x="956945" y="55402"/>
                    </a:cubicBezTo>
                    <a:lnTo>
                      <a:pt x="956945" y="318560"/>
                    </a:lnTo>
                    <a:cubicBezTo>
                      <a:pt x="956945" y="349090"/>
                      <a:pt x="935736" y="373962"/>
                      <a:pt x="909701" y="373962"/>
                    </a:cubicBezTo>
                    <a:lnTo>
                      <a:pt x="47244" y="373962"/>
                    </a:lnTo>
                    <a:cubicBezTo>
                      <a:pt x="21209" y="374102"/>
                      <a:pt x="0" y="349239"/>
                      <a:pt x="0" y="318560"/>
                    </a:cubicBezTo>
                    <a:close/>
                  </a:path>
                </a:pathLst>
              </a:custGeom>
              <a:solidFill>
                <a:srgbClr val="5A9A50"/>
              </a:solidFill>
            </p:spPr>
          </p:sp>
        </p:grpSp>
        <p:grpSp>
          <p:nvGrpSpPr>
            <p:cNvPr name="Group 242" id="242"/>
            <p:cNvGrpSpPr/>
            <p:nvPr/>
          </p:nvGrpSpPr>
          <p:grpSpPr>
            <a:xfrm rot="0">
              <a:off x="21617332" y="234867"/>
              <a:ext cx="1437607" cy="561954"/>
              <a:chOff x="0" y="0"/>
              <a:chExt cx="956907" cy="374051"/>
            </a:xfrm>
          </p:grpSpPr>
          <p:sp>
            <p:nvSpPr>
              <p:cNvPr name="Freeform 243" id="243"/>
              <p:cNvSpPr/>
              <p:nvPr/>
            </p:nvSpPr>
            <p:spPr>
              <a:xfrm flipH="false" flipV="false" rot="0">
                <a:off x="0" y="0"/>
                <a:ext cx="956907" cy="374046"/>
              </a:xfrm>
              <a:custGeom>
                <a:avLst/>
                <a:gdLst/>
                <a:ahLst/>
                <a:cxnLst/>
                <a:rect r="r" b="b" t="t" l="l"/>
                <a:pathLst>
                  <a:path h="374046" w="956907">
                    <a:moveTo>
                      <a:pt x="0" y="0"/>
                    </a:moveTo>
                    <a:lnTo>
                      <a:pt x="956907" y="0"/>
                    </a:lnTo>
                    <a:lnTo>
                      <a:pt x="956907" y="374046"/>
                    </a:lnTo>
                    <a:lnTo>
                      <a:pt x="0" y="37404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209" r="0" b="7514"/>
                </a:stretch>
              </a:blipFill>
            </p:spPr>
          </p:sp>
          <p:sp>
            <p:nvSpPr>
              <p:cNvPr name="TextBox 244" id="244"/>
              <p:cNvSpPr txBox="true"/>
              <p:nvPr/>
            </p:nvSpPr>
            <p:spPr>
              <a:xfrm>
                <a:off x="0" y="0"/>
                <a:ext cx="956907" cy="37405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572"/>
                  </a:lnSpc>
                </a:pPr>
                <a:r>
                  <a:rPr lang="en-US" sz="1310" b="true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Order Now</a:t>
                </a:r>
              </a:p>
            </p:txBody>
          </p:sp>
        </p:grpSp>
        <p:grpSp>
          <p:nvGrpSpPr>
            <p:cNvPr name="Group 245" id="245"/>
            <p:cNvGrpSpPr/>
            <p:nvPr/>
          </p:nvGrpSpPr>
          <p:grpSpPr>
            <a:xfrm rot="0">
              <a:off x="110577" y="0"/>
              <a:ext cx="829597" cy="972846"/>
              <a:chOff x="0" y="0"/>
              <a:chExt cx="812800" cy="953148"/>
            </a:xfrm>
          </p:grpSpPr>
          <p:sp>
            <p:nvSpPr>
              <p:cNvPr name="Freeform 246" id="246"/>
              <p:cNvSpPr/>
              <p:nvPr/>
            </p:nvSpPr>
            <p:spPr>
              <a:xfrm flipH="false" flipV="false" rot="0">
                <a:off x="0" y="0"/>
                <a:ext cx="812800" cy="953148"/>
              </a:xfrm>
              <a:custGeom>
                <a:avLst/>
                <a:gdLst/>
                <a:ahLst/>
                <a:cxnLst/>
                <a:rect r="r" b="b" t="t" l="l"/>
                <a:pathLst>
                  <a:path h="953148" w="812800">
                    <a:moveTo>
                      <a:pt x="406400" y="0"/>
                    </a:moveTo>
                    <a:cubicBezTo>
                      <a:pt x="181951" y="0"/>
                      <a:pt x="0" y="213369"/>
                      <a:pt x="0" y="476574"/>
                    </a:cubicBezTo>
                    <a:cubicBezTo>
                      <a:pt x="0" y="739778"/>
                      <a:pt x="181951" y="953148"/>
                      <a:pt x="406400" y="953148"/>
                    </a:cubicBezTo>
                    <a:cubicBezTo>
                      <a:pt x="630849" y="953148"/>
                      <a:pt x="812800" y="739778"/>
                      <a:pt x="812800" y="476574"/>
                    </a:cubicBezTo>
                    <a:cubicBezTo>
                      <a:pt x="812800" y="213369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-8633" t="0" r="-8633" b="0"/>
                </a:stretch>
              </a:blipFill>
            </p:spPr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406" y="388119"/>
            <a:ext cx="17597363" cy="9557412"/>
            <a:chOff x="0" y="0"/>
            <a:chExt cx="15617660" cy="8482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17571" cy="8482203"/>
            </a:xfrm>
            <a:custGeom>
              <a:avLst/>
              <a:gdLst/>
              <a:ahLst/>
              <a:cxnLst/>
              <a:rect r="r" b="b" t="t" l="l"/>
              <a:pathLst>
                <a:path h="8482203" w="15617571">
                  <a:moveTo>
                    <a:pt x="0" y="70866"/>
                  </a:moveTo>
                  <a:cubicBezTo>
                    <a:pt x="0" y="31750"/>
                    <a:pt x="31750" y="0"/>
                    <a:pt x="70866" y="0"/>
                  </a:cubicBezTo>
                  <a:lnTo>
                    <a:pt x="15546705" y="0"/>
                  </a:lnTo>
                  <a:cubicBezTo>
                    <a:pt x="15585821" y="0"/>
                    <a:pt x="15617571" y="31750"/>
                    <a:pt x="15617571" y="70866"/>
                  </a:cubicBezTo>
                  <a:lnTo>
                    <a:pt x="15617571" y="8411337"/>
                  </a:lnTo>
                  <a:cubicBezTo>
                    <a:pt x="15617571" y="8450453"/>
                    <a:pt x="15585821" y="8482203"/>
                    <a:pt x="15546705" y="8482203"/>
                  </a:cubicBezTo>
                  <a:lnTo>
                    <a:pt x="70866" y="8482203"/>
                  </a:lnTo>
                  <a:cubicBezTo>
                    <a:pt x="31750" y="8482203"/>
                    <a:pt x="0" y="8450453"/>
                    <a:pt x="0" y="84113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9406" y="388119"/>
            <a:ext cx="17597363" cy="585688"/>
            <a:chOff x="0" y="0"/>
            <a:chExt cx="15617660" cy="5197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17698" cy="519811"/>
            </a:xfrm>
            <a:custGeom>
              <a:avLst/>
              <a:gdLst/>
              <a:ahLst/>
              <a:cxnLst/>
              <a:rect r="r" b="b" t="t" l="l"/>
              <a:pathLst>
                <a:path h="519811" w="15617698">
                  <a:moveTo>
                    <a:pt x="0" y="0"/>
                  </a:moveTo>
                  <a:lnTo>
                    <a:pt x="15617698" y="0"/>
                  </a:lnTo>
                  <a:lnTo>
                    <a:pt x="15617698" y="519811"/>
                  </a:lnTo>
                  <a:lnTo>
                    <a:pt x="0" y="51981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6" id="6"/>
          <p:cNvSpPr/>
          <p:nvPr/>
        </p:nvSpPr>
        <p:spPr>
          <a:xfrm rot="2820">
            <a:off x="352237" y="966667"/>
            <a:ext cx="17611673" cy="0"/>
          </a:xfrm>
          <a:prstGeom prst="line">
            <a:avLst/>
          </a:prstGeom>
          <a:ln cap="rnd" w="19050">
            <a:solidFill>
              <a:srgbClr val="E3E3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264562" y="494613"/>
            <a:ext cx="1863559" cy="372715"/>
            <a:chOff x="0" y="0"/>
            <a:chExt cx="1653908" cy="330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3912" cy="330783"/>
            </a:xfrm>
            <a:custGeom>
              <a:avLst/>
              <a:gdLst/>
              <a:ahLst/>
              <a:cxnLst/>
              <a:rect r="r" b="b" t="t" l="l"/>
              <a:pathLst>
                <a:path h="330783" w="1653912">
                  <a:moveTo>
                    <a:pt x="0" y="0"/>
                  </a:moveTo>
                  <a:lnTo>
                    <a:pt x="1653912" y="0"/>
                  </a:lnTo>
                  <a:lnTo>
                    <a:pt x="1653912" y="330783"/>
                  </a:lnTo>
                  <a:lnTo>
                    <a:pt x="0" y="3307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653908" cy="3307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1"/>
                </a:lnSpc>
              </a:pPr>
              <a:r>
                <a:rPr lang="en-US" sz="2200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FoodEase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181381" y="547860"/>
            <a:ext cx="598996" cy="266221"/>
            <a:chOff x="0" y="0"/>
            <a:chExt cx="531609" cy="2362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1615" cy="236273"/>
            </a:xfrm>
            <a:custGeom>
              <a:avLst/>
              <a:gdLst/>
              <a:ahLst/>
              <a:cxnLst/>
              <a:rect r="r" b="b" t="t" l="l"/>
              <a:pathLst>
                <a:path h="236273" w="531615">
                  <a:moveTo>
                    <a:pt x="0" y="0"/>
                  </a:moveTo>
                  <a:lnTo>
                    <a:pt x="531615" y="0"/>
                  </a:lnTo>
                  <a:lnTo>
                    <a:pt x="531615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t="0" r="-7022" b="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531609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Home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953426" y="547860"/>
            <a:ext cx="732107" cy="266221"/>
            <a:chOff x="0" y="0"/>
            <a:chExt cx="649745" cy="2362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9751" cy="236273"/>
            </a:xfrm>
            <a:custGeom>
              <a:avLst/>
              <a:gdLst/>
              <a:ahLst/>
              <a:cxnLst/>
              <a:rect r="r" b="b" t="t" l="l"/>
              <a:pathLst>
                <a:path h="236273" w="649751">
                  <a:moveTo>
                    <a:pt x="0" y="0"/>
                  </a:moveTo>
                  <a:lnTo>
                    <a:pt x="649751" y="0"/>
                  </a:lnTo>
                  <a:lnTo>
                    <a:pt x="649751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83" r="0" b="-358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649745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Menu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712163" y="547860"/>
            <a:ext cx="665552" cy="266221"/>
            <a:chOff x="0" y="0"/>
            <a:chExt cx="590677" cy="2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0683" cy="236273"/>
            </a:xfrm>
            <a:custGeom>
              <a:avLst/>
              <a:gdLst/>
              <a:ahLst/>
              <a:cxnLst/>
              <a:rect r="r" b="b" t="t" l="l"/>
              <a:pathLst>
                <a:path h="236273" w="590683">
                  <a:moveTo>
                    <a:pt x="0" y="0"/>
                  </a:moveTo>
                  <a:lnTo>
                    <a:pt x="590683" y="0"/>
                  </a:lnTo>
                  <a:lnTo>
                    <a:pt x="590683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0" b="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90677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Deals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510825" y="547860"/>
            <a:ext cx="1264562" cy="266221"/>
            <a:chOff x="0" y="0"/>
            <a:chExt cx="1122299" cy="2362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22297" cy="236273"/>
            </a:xfrm>
            <a:custGeom>
              <a:avLst/>
              <a:gdLst/>
              <a:ahLst/>
              <a:cxnLst/>
              <a:rect r="r" b="b" t="t" l="l"/>
              <a:pathLst>
                <a:path h="236273" w="1122297">
                  <a:moveTo>
                    <a:pt x="0" y="0"/>
                  </a:moveTo>
                  <a:lnTo>
                    <a:pt x="1122297" y="0"/>
                  </a:lnTo>
                  <a:lnTo>
                    <a:pt x="1122297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4" r="0" b="-425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122299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Restaurants  ▾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975053" y="547860"/>
            <a:ext cx="798676" cy="266221"/>
            <a:chOff x="0" y="0"/>
            <a:chExt cx="708825" cy="2362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8820" cy="236273"/>
            </a:xfrm>
            <a:custGeom>
              <a:avLst/>
              <a:gdLst/>
              <a:ahLst/>
              <a:cxnLst/>
              <a:rect r="r" b="b" t="t" l="l"/>
              <a:pathLst>
                <a:path h="236273" w="708820">
                  <a:moveTo>
                    <a:pt x="0" y="0"/>
                  </a:moveTo>
                  <a:lnTo>
                    <a:pt x="708820" y="0"/>
                  </a:lnTo>
                  <a:lnTo>
                    <a:pt x="708820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6" r="0" b="-845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708825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Cart (5)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906839" y="547860"/>
            <a:ext cx="532441" cy="266221"/>
            <a:chOff x="0" y="0"/>
            <a:chExt cx="472542" cy="2362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2547" cy="236273"/>
            </a:xfrm>
            <a:custGeom>
              <a:avLst/>
              <a:gdLst/>
              <a:ahLst/>
              <a:cxnLst/>
              <a:rect r="r" b="b" t="t" l="l"/>
              <a:pathLst>
                <a:path h="236273" w="472547">
                  <a:moveTo>
                    <a:pt x="0" y="0"/>
                  </a:moveTo>
                  <a:lnTo>
                    <a:pt x="472547" y="0"/>
                  </a:lnTo>
                  <a:lnTo>
                    <a:pt x="472547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0" b="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472542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Log in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572405" y="494613"/>
            <a:ext cx="1078205" cy="359406"/>
            <a:chOff x="0" y="0"/>
            <a:chExt cx="956907" cy="3189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6945" cy="318898"/>
            </a:xfrm>
            <a:custGeom>
              <a:avLst/>
              <a:gdLst/>
              <a:ahLst/>
              <a:cxnLst/>
              <a:rect r="r" b="b" t="t" l="l"/>
              <a:pathLst>
                <a:path h="318898" w="956945">
                  <a:moveTo>
                    <a:pt x="0" y="47244"/>
                  </a:moveTo>
                  <a:cubicBezTo>
                    <a:pt x="0" y="21209"/>
                    <a:pt x="21209" y="0"/>
                    <a:pt x="47244" y="0"/>
                  </a:cubicBezTo>
                  <a:lnTo>
                    <a:pt x="909701" y="0"/>
                  </a:lnTo>
                  <a:cubicBezTo>
                    <a:pt x="935736" y="0"/>
                    <a:pt x="956945" y="21209"/>
                    <a:pt x="956945" y="47244"/>
                  </a:cubicBezTo>
                  <a:lnTo>
                    <a:pt x="956945" y="271653"/>
                  </a:lnTo>
                  <a:cubicBezTo>
                    <a:pt x="956945" y="297688"/>
                    <a:pt x="935736" y="318897"/>
                    <a:pt x="909701" y="318897"/>
                  </a:cubicBezTo>
                  <a:lnTo>
                    <a:pt x="47244" y="318897"/>
                  </a:lnTo>
                  <a:cubicBezTo>
                    <a:pt x="21209" y="319024"/>
                    <a:pt x="0" y="297815"/>
                    <a:pt x="0" y="271653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572405" y="494613"/>
            <a:ext cx="1078205" cy="359406"/>
            <a:chOff x="0" y="0"/>
            <a:chExt cx="956907" cy="3189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6907" cy="318969"/>
            </a:xfrm>
            <a:custGeom>
              <a:avLst/>
              <a:gdLst/>
              <a:ahLst/>
              <a:cxnLst/>
              <a:rect r="r" b="b" t="t" l="l"/>
              <a:pathLst>
                <a:path h="318969" w="956907">
                  <a:moveTo>
                    <a:pt x="0" y="0"/>
                  </a:moveTo>
                  <a:lnTo>
                    <a:pt x="956907" y="0"/>
                  </a:lnTo>
                  <a:lnTo>
                    <a:pt x="956907" y="318969"/>
                  </a:lnTo>
                  <a:lnTo>
                    <a:pt x="0" y="3189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4" r="0" b="-845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956907" cy="318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72"/>
                </a:lnSpc>
              </a:pPr>
              <a:r>
                <a:rPr lang="en-US" sz="131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Order Now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98676" y="1213412"/>
            <a:ext cx="5324470" cy="479209"/>
            <a:chOff x="0" y="0"/>
            <a:chExt cx="4725467" cy="42529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25463" cy="425292"/>
            </a:xfrm>
            <a:custGeom>
              <a:avLst/>
              <a:gdLst/>
              <a:ahLst/>
              <a:cxnLst/>
              <a:rect r="r" b="b" t="t" l="l"/>
              <a:pathLst>
                <a:path h="425292" w="4725463">
                  <a:moveTo>
                    <a:pt x="0" y="0"/>
                  </a:moveTo>
                  <a:lnTo>
                    <a:pt x="4725463" y="0"/>
                  </a:lnTo>
                  <a:lnTo>
                    <a:pt x="4725463" y="425292"/>
                  </a:lnTo>
                  <a:lnTo>
                    <a:pt x="0" y="4252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499" r="0" b="-16650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725467" cy="425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3"/>
                </a:lnSpc>
              </a:pPr>
              <a:r>
                <a:rPr lang="en-US" sz="3144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Checkout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783708" y="1306597"/>
            <a:ext cx="346084" cy="346084"/>
            <a:chOff x="0" y="0"/>
            <a:chExt cx="307150" cy="3071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7213" cy="307213"/>
            </a:xfrm>
            <a:custGeom>
              <a:avLst/>
              <a:gdLst/>
              <a:ahLst/>
              <a:cxnLst/>
              <a:rect r="r" b="b" t="t" l="l"/>
              <a:pathLst>
                <a:path h="307213" w="307213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cubicBezTo>
                    <a:pt x="238379" y="0"/>
                    <a:pt x="307213" y="68707"/>
                    <a:pt x="307213" y="153543"/>
                  </a:cubicBezTo>
                  <a:cubicBezTo>
                    <a:pt x="307213" y="238379"/>
                    <a:pt x="238379" y="307213"/>
                    <a:pt x="153543" y="307213"/>
                  </a:cubicBezTo>
                  <a:cubicBezTo>
                    <a:pt x="68707" y="307213"/>
                    <a:pt x="0" y="238379"/>
                    <a:pt x="0" y="153543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783708" y="1306597"/>
            <a:ext cx="346084" cy="346084"/>
            <a:chOff x="0" y="0"/>
            <a:chExt cx="307150" cy="3071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7155" cy="307155"/>
            </a:xfrm>
            <a:custGeom>
              <a:avLst/>
              <a:gdLst/>
              <a:ahLst/>
              <a:cxnLst/>
              <a:rect r="r" b="b" t="t" l="l"/>
              <a:pathLst>
                <a:path h="307155" w="307155">
                  <a:moveTo>
                    <a:pt x="0" y="0"/>
                  </a:moveTo>
                  <a:lnTo>
                    <a:pt x="307155" y="0"/>
                  </a:lnTo>
                  <a:lnTo>
                    <a:pt x="307155" y="307155"/>
                  </a:lnTo>
                  <a:lnTo>
                    <a:pt x="0" y="3071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2" t="0" r="-78300" b="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307150" cy="307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7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222978" y="1333214"/>
            <a:ext cx="1464228" cy="292851"/>
            <a:chOff x="0" y="0"/>
            <a:chExt cx="1299502" cy="25990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99503" cy="259900"/>
            </a:xfrm>
            <a:custGeom>
              <a:avLst/>
              <a:gdLst/>
              <a:ahLst/>
              <a:cxnLst/>
              <a:rect r="r" b="b" t="t" l="l"/>
              <a:pathLst>
                <a:path h="259900" w="1299503">
                  <a:moveTo>
                    <a:pt x="0" y="0"/>
                  </a:moveTo>
                  <a:lnTo>
                    <a:pt x="1299503" y="0"/>
                  </a:lnTo>
                  <a:lnTo>
                    <a:pt x="1299503" y="259900"/>
                  </a:lnTo>
                  <a:lnTo>
                    <a:pt x="0" y="259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4" r="0" b="-4742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299502" cy="259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72"/>
                </a:lnSpc>
              </a:pPr>
              <a:r>
                <a:rPr lang="en-US" sz="1310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Cart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76080">
            <a:off x="10701013" y="1465337"/>
            <a:ext cx="1293497" cy="0"/>
          </a:xfrm>
          <a:prstGeom prst="line">
            <a:avLst/>
          </a:prstGeom>
          <a:ln cap="rnd" w="28575">
            <a:solidFill>
              <a:srgbClr val="5A9A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12046598" y="1306597"/>
            <a:ext cx="346084" cy="346084"/>
            <a:chOff x="0" y="0"/>
            <a:chExt cx="307150" cy="3071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7213" cy="307213"/>
            </a:xfrm>
            <a:custGeom>
              <a:avLst/>
              <a:gdLst/>
              <a:ahLst/>
              <a:cxnLst/>
              <a:rect r="r" b="b" t="t" l="l"/>
              <a:pathLst>
                <a:path h="307213" w="307213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cubicBezTo>
                    <a:pt x="238379" y="0"/>
                    <a:pt x="307213" y="68707"/>
                    <a:pt x="307213" y="153543"/>
                  </a:cubicBezTo>
                  <a:cubicBezTo>
                    <a:pt x="307213" y="238379"/>
                    <a:pt x="238379" y="307213"/>
                    <a:pt x="153543" y="307213"/>
                  </a:cubicBezTo>
                  <a:cubicBezTo>
                    <a:pt x="68707" y="307213"/>
                    <a:pt x="0" y="238379"/>
                    <a:pt x="0" y="153543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046598" y="1306597"/>
            <a:ext cx="346084" cy="346084"/>
            <a:chOff x="0" y="0"/>
            <a:chExt cx="307150" cy="3071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7155" cy="307155"/>
            </a:xfrm>
            <a:custGeom>
              <a:avLst/>
              <a:gdLst/>
              <a:ahLst/>
              <a:cxnLst/>
              <a:rect r="r" b="b" t="t" l="l"/>
              <a:pathLst>
                <a:path h="307155" w="307155">
                  <a:moveTo>
                    <a:pt x="0" y="0"/>
                  </a:moveTo>
                  <a:lnTo>
                    <a:pt x="307155" y="0"/>
                  </a:lnTo>
                  <a:lnTo>
                    <a:pt x="307155" y="307155"/>
                  </a:lnTo>
                  <a:lnTo>
                    <a:pt x="0" y="3071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2" t="0" r="-78300" b="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07150" cy="307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7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485867" y="1333214"/>
            <a:ext cx="1464228" cy="292851"/>
            <a:chOff x="0" y="0"/>
            <a:chExt cx="1299502" cy="25990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99503" cy="259900"/>
            </a:xfrm>
            <a:custGeom>
              <a:avLst/>
              <a:gdLst/>
              <a:ahLst/>
              <a:cxnLst/>
              <a:rect r="r" b="b" t="t" l="l"/>
              <a:pathLst>
                <a:path h="259900" w="1299503">
                  <a:moveTo>
                    <a:pt x="0" y="0"/>
                  </a:moveTo>
                  <a:lnTo>
                    <a:pt x="1299503" y="0"/>
                  </a:lnTo>
                  <a:lnTo>
                    <a:pt x="1299503" y="259900"/>
                  </a:lnTo>
                  <a:lnTo>
                    <a:pt x="0" y="259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4" r="0" b="-4742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299502" cy="259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72"/>
                </a:lnSpc>
              </a:pPr>
              <a:r>
                <a:rPr lang="en-US" sz="1310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Checkout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147300">
            <a:off x="13589386" y="1465337"/>
            <a:ext cx="668170" cy="0"/>
          </a:xfrm>
          <a:prstGeom prst="line">
            <a:avLst/>
          </a:prstGeom>
          <a:ln cap="rnd" w="28575">
            <a:solidFill>
              <a:srgbClr val="D5D5D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4309501" y="1306597"/>
            <a:ext cx="346084" cy="346084"/>
            <a:chOff x="0" y="0"/>
            <a:chExt cx="307150" cy="3071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7213" cy="307213"/>
            </a:xfrm>
            <a:custGeom>
              <a:avLst/>
              <a:gdLst/>
              <a:ahLst/>
              <a:cxnLst/>
              <a:rect r="r" b="b" t="t" l="l"/>
              <a:pathLst>
                <a:path h="307213" w="307213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cubicBezTo>
                    <a:pt x="238379" y="0"/>
                    <a:pt x="307213" y="68707"/>
                    <a:pt x="307213" y="153543"/>
                  </a:cubicBezTo>
                  <a:cubicBezTo>
                    <a:pt x="307213" y="238379"/>
                    <a:pt x="238379" y="307213"/>
                    <a:pt x="153543" y="307213"/>
                  </a:cubicBezTo>
                  <a:cubicBezTo>
                    <a:pt x="68707" y="307213"/>
                    <a:pt x="0" y="238379"/>
                    <a:pt x="0" y="153543"/>
                  </a:cubicBezTo>
                  <a:close/>
                </a:path>
              </a:pathLst>
            </a:custGeom>
            <a:solidFill>
              <a:srgbClr val="E3E3E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309501" y="1306597"/>
            <a:ext cx="346084" cy="346084"/>
            <a:chOff x="0" y="0"/>
            <a:chExt cx="307150" cy="3071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07155" cy="307155"/>
            </a:xfrm>
            <a:custGeom>
              <a:avLst/>
              <a:gdLst/>
              <a:ahLst/>
              <a:cxnLst/>
              <a:rect r="r" b="b" t="t" l="l"/>
              <a:pathLst>
                <a:path h="307155" w="307155">
                  <a:moveTo>
                    <a:pt x="0" y="0"/>
                  </a:moveTo>
                  <a:lnTo>
                    <a:pt x="307155" y="0"/>
                  </a:lnTo>
                  <a:lnTo>
                    <a:pt x="307155" y="307155"/>
                  </a:lnTo>
                  <a:lnTo>
                    <a:pt x="0" y="3071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2" t="0" r="-78300" b="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07150" cy="307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7" b="true">
                  <a:solidFill>
                    <a:srgbClr val="88888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748771" y="1333214"/>
            <a:ext cx="1464228" cy="292851"/>
            <a:chOff x="0" y="0"/>
            <a:chExt cx="1299502" cy="25990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99503" cy="259900"/>
            </a:xfrm>
            <a:custGeom>
              <a:avLst/>
              <a:gdLst/>
              <a:ahLst/>
              <a:cxnLst/>
              <a:rect r="r" b="b" t="t" l="l"/>
              <a:pathLst>
                <a:path h="259900" w="1299503">
                  <a:moveTo>
                    <a:pt x="0" y="0"/>
                  </a:moveTo>
                  <a:lnTo>
                    <a:pt x="1299503" y="0"/>
                  </a:lnTo>
                  <a:lnTo>
                    <a:pt x="1299503" y="259900"/>
                  </a:lnTo>
                  <a:lnTo>
                    <a:pt x="0" y="259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4" r="0" b="-4742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299502" cy="259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72"/>
                </a:lnSpc>
              </a:pPr>
              <a:r>
                <a:rPr lang="en-US" sz="131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Confirmation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91521" y="2231229"/>
            <a:ext cx="11195690" cy="4100834"/>
            <a:chOff x="0" y="0"/>
            <a:chExt cx="9936175" cy="363949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936226" cy="3639439"/>
            </a:xfrm>
            <a:custGeom>
              <a:avLst/>
              <a:gdLst/>
              <a:ahLst/>
              <a:cxnLst/>
              <a:rect r="r" b="b" t="t" l="l"/>
              <a:pathLst>
                <a:path h="3639439" w="9936226">
                  <a:moveTo>
                    <a:pt x="0" y="71120"/>
                  </a:moveTo>
                  <a:cubicBezTo>
                    <a:pt x="0" y="31877"/>
                    <a:pt x="31877" y="0"/>
                    <a:pt x="71120" y="0"/>
                  </a:cubicBezTo>
                  <a:lnTo>
                    <a:pt x="9865106" y="0"/>
                  </a:lnTo>
                  <a:cubicBezTo>
                    <a:pt x="9904350" y="0"/>
                    <a:pt x="9936226" y="31877"/>
                    <a:pt x="9936226" y="71120"/>
                  </a:cubicBezTo>
                  <a:lnTo>
                    <a:pt x="9936226" y="3568319"/>
                  </a:lnTo>
                  <a:cubicBezTo>
                    <a:pt x="9936226" y="3607562"/>
                    <a:pt x="9904350" y="3639439"/>
                    <a:pt x="9865106" y="3639439"/>
                  </a:cubicBezTo>
                  <a:lnTo>
                    <a:pt x="71120" y="3639439"/>
                  </a:lnTo>
                  <a:cubicBezTo>
                    <a:pt x="31877" y="3639439"/>
                    <a:pt x="0" y="3607562"/>
                    <a:pt x="0" y="35683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8E8E8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091513" y="2398111"/>
            <a:ext cx="5324470" cy="346084"/>
            <a:chOff x="0" y="0"/>
            <a:chExt cx="4725467" cy="3071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725463" cy="307155"/>
            </a:xfrm>
            <a:custGeom>
              <a:avLst/>
              <a:gdLst/>
              <a:ahLst/>
              <a:cxnLst/>
              <a:rect r="r" b="b" t="t" l="l"/>
              <a:pathLst>
                <a:path h="307155" w="4725463">
                  <a:moveTo>
                    <a:pt x="0" y="0"/>
                  </a:moveTo>
                  <a:lnTo>
                    <a:pt x="4725463" y="0"/>
                  </a:lnTo>
                  <a:lnTo>
                    <a:pt x="4725463" y="307155"/>
                  </a:lnTo>
                  <a:lnTo>
                    <a:pt x="0" y="3071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771" r="0" b="-24976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4725467" cy="307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4"/>
                </a:lnSpc>
              </a:pPr>
              <a:r>
                <a:rPr lang="en-US" sz="1886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Delivery Address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91513" y="2877319"/>
            <a:ext cx="5005002" cy="186357"/>
            <a:chOff x="0" y="0"/>
            <a:chExt cx="4441939" cy="1653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441936" cy="165391"/>
            </a:xfrm>
            <a:custGeom>
              <a:avLst/>
              <a:gdLst/>
              <a:ahLst/>
              <a:cxnLst/>
              <a:rect r="r" b="b" t="t" l="l"/>
              <a:pathLst>
                <a:path h="165391" w="4441936">
                  <a:moveTo>
                    <a:pt x="0" y="0"/>
                  </a:moveTo>
                  <a:lnTo>
                    <a:pt x="4441936" y="0"/>
                  </a:lnTo>
                  <a:lnTo>
                    <a:pt x="4441936" y="165391"/>
                  </a:lnTo>
                  <a:lnTo>
                    <a:pt x="0" y="1653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314" r="0" b="-47331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4441939" cy="1749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5"/>
                </a:lnSpc>
              </a:pPr>
              <a:r>
                <a:rPr lang="en-US" sz="1204" b="true">
                  <a:solidFill>
                    <a:srgbClr val="44444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Full Name *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84358" y="3123077"/>
            <a:ext cx="5019312" cy="466888"/>
            <a:chOff x="0" y="0"/>
            <a:chExt cx="4454639" cy="41436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454652" cy="414401"/>
            </a:xfrm>
            <a:custGeom>
              <a:avLst/>
              <a:gdLst/>
              <a:ahLst/>
              <a:cxnLst/>
              <a:rect r="r" b="b" t="t" l="l"/>
              <a:pathLst>
                <a:path h="414401" w="44546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4418076" y="0"/>
                  </a:lnTo>
                  <a:cubicBezTo>
                    <a:pt x="4438269" y="0"/>
                    <a:pt x="4454652" y="16383"/>
                    <a:pt x="4454652" y="36576"/>
                  </a:cubicBezTo>
                  <a:lnTo>
                    <a:pt x="4454652" y="377825"/>
                  </a:lnTo>
                  <a:cubicBezTo>
                    <a:pt x="4454652" y="398018"/>
                    <a:pt x="4438269" y="414401"/>
                    <a:pt x="4418076" y="414401"/>
                  </a:cubicBezTo>
                  <a:lnTo>
                    <a:pt x="36576" y="414401"/>
                  </a:lnTo>
                  <a:cubicBezTo>
                    <a:pt x="16383" y="414401"/>
                    <a:pt x="0" y="398018"/>
                    <a:pt x="0" y="37782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5D5D5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251254" y="3156848"/>
            <a:ext cx="4472546" cy="399331"/>
            <a:chOff x="0" y="0"/>
            <a:chExt cx="3969385" cy="35440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969389" cy="354409"/>
            </a:xfrm>
            <a:custGeom>
              <a:avLst/>
              <a:gdLst/>
              <a:ahLst/>
              <a:cxnLst/>
              <a:rect r="r" b="b" t="t" l="l"/>
              <a:pathLst>
                <a:path h="354409" w="3969389">
                  <a:moveTo>
                    <a:pt x="0" y="0"/>
                  </a:moveTo>
                  <a:lnTo>
                    <a:pt x="3969389" y="0"/>
                  </a:lnTo>
                  <a:lnTo>
                    <a:pt x="3969389" y="354409"/>
                  </a:lnTo>
                  <a:lnTo>
                    <a:pt x="0" y="3544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8232" r="0" b="-16823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3969385" cy="354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72"/>
                </a:lnSpc>
              </a:pPr>
              <a:r>
                <a:rPr lang="en-US" sz="1310">
                  <a:solidFill>
                    <a:srgbClr val="999999"/>
                  </a:solidFill>
                  <a:latin typeface="Inter"/>
                  <a:ea typeface="Inter"/>
                  <a:cs typeface="Inter"/>
                  <a:sym typeface="Inter"/>
                </a:rPr>
                <a:t>e.g. Ahmed Khan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442599" y="2877319"/>
            <a:ext cx="5244592" cy="186357"/>
            <a:chOff x="0" y="0"/>
            <a:chExt cx="4654575" cy="16539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654581" cy="165391"/>
            </a:xfrm>
            <a:custGeom>
              <a:avLst/>
              <a:gdLst/>
              <a:ahLst/>
              <a:cxnLst/>
              <a:rect r="r" b="b" t="t" l="l"/>
              <a:pathLst>
                <a:path h="165391" w="4654581">
                  <a:moveTo>
                    <a:pt x="0" y="0"/>
                  </a:moveTo>
                  <a:lnTo>
                    <a:pt x="4654581" y="0"/>
                  </a:lnTo>
                  <a:lnTo>
                    <a:pt x="4654581" y="165391"/>
                  </a:lnTo>
                  <a:lnTo>
                    <a:pt x="0" y="1653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365" r="0" b="-49836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4654575" cy="1749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5"/>
                </a:lnSpc>
              </a:pPr>
              <a:r>
                <a:rPr lang="en-US" sz="1204" b="true">
                  <a:solidFill>
                    <a:srgbClr val="44444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Phone Number *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435444" y="3123077"/>
            <a:ext cx="5258902" cy="466888"/>
            <a:chOff x="0" y="0"/>
            <a:chExt cx="4667275" cy="41436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667250" cy="414401"/>
            </a:xfrm>
            <a:custGeom>
              <a:avLst/>
              <a:gdLst/>
              <a:ahLst/>
              <a:cxnLst/>
              <a:rect r="r" b="b" t="t" l="l"/>
              <a:pathLst>
                <a:path h="414401" w="4667250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4630674" y="0"/>
                  </a:lnTo>
                  <a:cubicBezTo>
                    <a:pt x="4650867" y="0"/>
                    <a:pt x="4667250" y="16383"/>
                    <a:pt x="4667250" y="36576"/>
                  </a:cubicBezTo>
                  <a:lnTo>
                    <a:pt x="4667250" y="377825"/>
                  </a:lnTo>
                  <a:cubicBezTo>
                    <a:pt x="4667250" y="398018"/>
                    <a:pt x="4650867" y="414401"/>
                    <a:pt x="4630674" y="414401"/>
                  </a:cubicBezTo>
                  <a:lnTo>
                    <a:pt x="36576" y="414401"/>
                  </a:lnTo>
                  <a:cubicBezTo>
                    <a:pt x="16383" y="414401"/>
                    <a:pt x="0" y="398018"/>
                    <a:pt x="0" y="37782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5D5D5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6602340" y="3156848"/>
            <a:ext cx="4712151" cy="399331"/>
            <a:chOff x="0" y="0"/>
            <a:chExt cx="4182034" cy="35440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182035" cy="354409"/>
            </a:xfrm>
            <a:custGeom>
              <a:avLst/>
              <a:gdLst/>
              <a:ahLst/>
              <a:cxnLst/>
              <a:rect r="r" b="b" t="t" l="l"/>
              <a:pathLst>
                <a:path h="354409" w="4182035">
                  <a:moveTo>
                    <a:pt x="0" y="0"/>
                  </a:moveTo>
                  <a:lnTo>
                    <a:pt x="4182035" y="0"/>
                  </a:lnTo>
                  <a:lnTo>
                    <a:pt x="4182035" y="354409"/>
                  </a:lnTo>
                  <a:lnTo>
                    <a:pt x="0" y="3544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924" r="0" b="-17992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4182034" cy="354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72"/>
                </a:lnSpc>
              </a:pPr>
              <a:r>
                <a:rPr lang="en-US" sz="1310">
                  <a:solidFill>
                    <a:srgbClr val="999999"/>
                  </a:solidFill>
                  <a:latin typeface="Inter"/>
                  <a:ea typeface="Inter"/>
                  <a:cs typeface="Inter"/>
                  <a:sym typeface="Inter"/>
                </a:rPr>
                <a:t>03XX XXXXXXX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91513" y="3729228"/>
            <a:ext cx="5005002" cy="186357"/>
            <a:chOff x="0" y="0"/>
            <a:chExt cx="4441939" cy="1653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441936" cy="165391"/>
            </a:xfrm>
            <a:custGeom>
              <a:avLst/>
              <a:gdLst/>
              <a:ahLst/>
              <a:cxnLst/>
              <a:rect r="r" b="b" t="t" l="l"/>
              <a:pathLst>
                <a:path h="165391" w="4441936">
                  <a:moveTo>
                    <a:pt x="0" y="0"/>
                  </a:moveTo>
                  <a:lnTo>
                    <a:pt x="4441936" y="0"/>
                  </a:lnTo>
                  <a:lnTo>
                    <a:pt x="4441936" y="165391"/>
                  </a:lnTo>
                  <a:lnTo>
                    <a:pt x="0" y="1653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314" r="0" b="-47331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4441939" cy="1749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5"/>
                </a:lnSpc>
              </a:pPr>
              <a:r>
                <a:rPr lang="en-US" sz="1204" b="true">
                  <a:solidFill>
                    <a:srgbClr val="44444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City *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84358" y="3974986"/>
            <a:ext cx="5019312" cy="466888"/>
            <a:chOff x="0" y="0"/>
            <a:chExt cx="4454639" cy="41436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454652" cy="414401"/>
            </a:xfrm>
            <a:custGeom>
              <a:avLst/>
              <a:gdLst/>
              <a:ahLst/>
              <a:cxnLst/>
              <a:rect r="r" b="b" t="t" l="l"/>
              <a:pathLst>
                <a:path h="414401" w="44546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4418076" y="0"/>
                  </a:lnTo>
                  <a:cubicBezTo>
                    <a:pt x="4438269" y="0"/>
                    <a:pt x="4454652" y="16383"/>
                    <a:pt x="4454652" y="36576"/>
                  </a:cubicBezTo>
                  <a:lnTo>
                    <a:pt x="4454652" y="377825"/>
                  </a:lnTo>
                  <a:cubicBezTo>
                    <a:pt x="4454652" y="398018"/>
                    <a:pt x="4438269" y="414401"/>
                    <a:pt x="4418076" y="414401"/>
                  </a:cubicBezTo>
                  <a:lnTo>
                    <a:pt x="36576" y="414401"/>
                  </a:lnTo>
                  <a:cubicBezTo>
                    <a:pt x="16383" y="414401"/>
                    <a:pt x="0" y="398018"/>
                    <a:pt x="0" y="37782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5D5D5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251254" y="4008757"/>
            <a:ext cx="4472546" cy="399331"/>
            <a:chOff x="0" y="0"/>
            <a:chExt cx="3969385" cy="35440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969389" cy="354409"/>
            </a:xfrm>
            <a:custGeom>
              <a:avLst/>
              <a:gdLst/>
              <a:ahLst/>
              <a:cxnLst/>
              <a:rect r="r" b="b" t="t" l="l"/>
              <a:pathLst>
                <a:path h="354409" w="3969389">
                  <a:moveTo>
                    <a:pt x="0" y="0"/>
                  </a:moveTo>
                  <a:lnTo>
                    <a:pt x="3969389" y="0"/>
                  </a:lnTo>
                  <a:lnTo>
                    <a:pt x="3969389" y="354409"/>
                  </a:lnTo>
                  <a:lnTo>
                    <a:pt x="0" y="3544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8232" r="0" b="-168232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3969385" cy="354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72"/>
                </a:lnSpc>
              </a:pPr>
              <a:r>
                <a:rPr lang="en-US" sz="1310">
                  <a:solidFill>
                    <a:srgbClr val="999999"/>
                  </a:solidFill>
                  <a:latin typeface="Inter"/>
                  <a:ea typeface="Inter"/>
                  <a:cs typeface="Inter"/>
                  <a:sym typeface="Inter"/>
                </a:rPr>
                <a:t>Select your city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5750417" y="4008757"/>
            <a:ext cx="212974" cy="399331"/>
            <a:chOff x="0" y="0"/>
            <a:chExt cx="189014" cy="35440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89019" cy="354409"/>
            </a:xfrm>
            <a:custGeom>
              <a:avLst/>
              <a:gdLst/>
              <a:ahLst/>
              <a:cxnLst/>
              <a:rect r="r" b="b" t="t" l="l"/>
              <a:pathLst>
                <a:path h="354409" w="189019">
                  <a:moveTo>
                    <a:pt x="0" y="0"/>
                  </a:moveTo>
                  <a:lnTo>
                    <a:pt x="189019" y="0"/>
                  </a:lnTo>
                  <a:lnTo>
                    <a:pt x="189019" y="354409"/>
                  </a:lnTo>
                  <a:lnTo>
                    <a:pt x="0" y="3544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0567" t="0" r="-190565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189014" cy="354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7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rPr>
                <a:t>▾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442599" y="3729228"/>
            <a:ext cx="5244592" cy="186357"/>
            <a:chOff x="0" y="0"/>
            <a:chExt cx="4654575" cy="16539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654581" cy="165391"/>
            </a:xfrm>
            <a:custGeom>
              <a:avLst/>
              <a:gdLst/>
              <a:ahLst/>
              <a:cxnLst/>
              <a:rect r="r" b="b" t="t" l="l"/>
              <a:pathLst>
                <a:path h="165391" w="4654581">
                  <a:moveTo>
                    <a:pt x="0" y="0"/>
                  </a:moveTo>
                  <a:lnTo>
                    <a:pt x="4654581" y="0"/>
                  </a:lnTo>
                  <a:lnTo>
                    <a:pt x="4654581" y="165391"/>
                  </a:lnTo>
                  <a:lnTo>
                    <a:pt x="0" y="1653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365" r="0" b="-498366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4654575" cy="1749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5"/>
                </a:lnSpc>
              </a:pPr>
              <a:r>
                <a:rPr lang="en-US" sz="1204" b="true">
                  <a:solidFill>
                    <a:srgbClr val="44444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Area / Town *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6435444" y="3974986"/>
            <a:ext cx="5258902" cy="466888"/>
            <a:chOff x="0" y="0"/>
            <a:chExt cx="4667275" cy="41436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667250" cy="414401"/>
            </a:xfrm>
            <a:custGeom>
              <a:avLst/>
              <a:gdLst/>
              <a:ahLst/>
              <a:cxnLst/>
              <a:rect r="r" b="b" t="t" l="l"/>
              <a:pathLst>
                <a:path h="414401" w="4667250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4630674" y="0"/>
                  </a:lnTo>
                  <a:cubicBezTo>
                    <a:pt x="4650867" y="0"/>
                    <a:pt x="4667250" y="16383"/>
                    <a:pt x="4667250" y="36576"/>
                  </a:cubicBezTo>
                  <a:lnTo>
                    <a:pt x="4667250" y="377825"/>
                  </a:lnTo>
                  <a:cubicBezTo>
                    <a:pt x="4667250" y="398018"/>
                    <a:pt x="4650867" y="414401"/>
                    <a:pt x="4630674" y="414401"/>
                  </a:cubicBezTo>
                  <a:lnTo>
                    <a:pt x="36576" y="414401"/>
                  </a:lnTo>
                  <a:cubicBezTo>
                    <a:pt x="16383" y="414401"/>
                    <a:pt x="0" y="398018"/>
                    <a:pt x="0" y="37782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5D5D5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6602340" y="4008757"/>
            <a:ext cx="4712151" cy="399331"/>
            <a:chOff x="0" y="0"/>
            <a:chExt cx="4182034" cy="35440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182035" cy="354409"/>
            </a:xfrm>
            <a:custGeom>
              <a:avLst/>
              <a:gdLst/>
              <a:ahLst/>
              <a:cxnLst/>
              <a:rect r="r" b="b" t="t" l="l"/>
              <a:pathLst>
                <a:path h="354409" w="4182035">
                  <a:moveTo>
                    <a:pt x="0" y="0"/>
                  </a:moveTo>
                  <a:lnTo>
                    <a:pt x="4182035" y="0"/>
                  </a:lnTo>
                  <a:lnTo>
                    <a:pt x="4182035" y="354409"/>
                  </a:lnTo>
                  <a:lnTo>
                    <a:pt x="0" y="3544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924" r="0" b="-179923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4182034" cy="354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72"/>
                </a:lnSpc>
              </a:pPr>
              <a:r>
                <a:rPr lang="en-US" sz="1310">
                  <a:solidFill>
                    <a:srgbClr val="999999"/>
                  </a:solidFill>
                  <a:latin typeface="Inter"/>
                  <a:ea typeface="Inter"/>
                  <a:cs typeface="Inter"/>
                  <a:sym typeface="Inter"/>
                </a:rPr>
                <a:t>e.g. Gulberg, DHA, Satellite Town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091513" y="4581137"/>
            <a:ext cx="10595692" cy="186357"/>
            <a:chOff x="0" y="0"/>
            <a:chExt cx="9403677" cy="16539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403672" cy="165391"/>
            </a:xfrm>
            <a:custGeom>
              <a:avLst/>
              <a:gdLst/>
              <a:ahLst/>
              <a:cxnLst/>
              <a:rect r="r" b="b" t="t" l="l"/>
              <a:pathLst>
                <a:path h="165391" w="9403672">
                  <a:moveTo>
                    <a:pt x="0" y="0"/>
                  </a:moveTo>
                  <a:lnTo>
                    <a:pt x="9403672" y="0"/>
                  </a:lnTo>
                  <a:lnTo>
                    <a:pt x="9403672" y="165391"/>
                  </a:lnTo>
                  <a:lnTo>
                    <a:pt x="0" y="1653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7867" r="0" b="-1057868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9403677" cy="1749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5"/>
                </a:lnSpc>
              </a:pPr>
              <a:r>
                <a:rPr lang="en-US" sz="1204" b="true">
                  <a:solidFill>
                    <a:srgbClr val="44444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Complete Address *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084358" y="4826894"/>
            <a:ext cx="10610002" cy="466888"/>
            <a:chOff x="0" y="0"/>
            <a:chExt cx="9416377" cy="414363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416415" cy="414401"/>
            </a:xfrm>
            <a:custGeom>
              <a:avLst/>
              <a:gdLst/>
              <a:ahLst/>
              <a:cxnLst/>
              <a:rect r="r" b="b" t="t" l="l"/>
              <a:pathLst>
                <a:path h="414401" w="9416415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9379839" y="0"/>
                  </a:lnTo>
                  <a:cubicBezTo>
                    <a:pt x="9400032" y="0"/>
                    <a:pt x="9416415" y="16383"/>
                    <a:pt x="9416415" y="36576"/>
                  </a:cubicBezTo>
                  <a:lnTo>
                    <a:pt x="9416415" y="377825"/>
                  </a:lnTo>
                  <a:cubicBezTo>
                    <a:pt x="9416415" y="398018"/>
                    <a:pt x="9400032" y="414401"/>
                    <a:pt x="9379839" y="414401"/>
                  </a:cubicBezTo>
                  <a:lnTo>
                    <a:pt x="36576" y="414401"/>
                  </a:lnTo>
                  <a:cubicBezTo>
                    <a:pt x="16383" y="414401"/>
                    <a:pt x="0" y="398018"/>
                    <a:pt x="0" y="37782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5D5D5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51254" y="4860680"/>
            <a:ext cx="10063237" cy="399331"/>
            <a:chOff x="0" y="0"/>
            <a:chExt cx="8931123" cy="35440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8931125" cy="354409"/>
            </a:xfrm>
            <a:custGeom>
              <a:avLst/>
              <a:gdLst/>
              <a:ahLst/>
              <a:cxnLst/>
              <a:rect r="r" b="b" t="t" l="l"/>
              <a:pathLst>
                <a:path h="354409" w="8931125">
                  <a:moveTo>
                    <a:pt x="0" y="0"/>
                  </a:moveTo>
                  <a:lnTo>
                    <a:pt x="8931125" y="0"/>
                  </a:lnTo>
                  <a:lnTo>
                    <a:pt x="8931125" y="354409"/>
                  </a:lnTo>
                  <a:lnTo>
                    <a:pt x="0" y="3544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1023" r="0" b="-44102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8931123" cy="354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72"/>
                </a:lnSpc>
              </a:pPr>
              <a:r>
                <a:rPr lang="en-US" sz="1310">
                  <a:solidFill>
                    <a:srgbClr val="999999"/>
                  </a:solidFill>
                  <a:latin typeface="Inter"/>
                  <a:ea typeface="Inter"/>
                  <a:cs typeface="Inter"/>
                  <a:sym typeface="Inter"/>
                </a:rPr>
                <a:t>House / Flat no., Street, Block, Landmark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91513" y="5579478"/>
            <a:ext cx="1996669" cy="212974"/>
            <a:chOff x="0" y="0"/>
            <a:chExt cx="1772044" cy="18901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772049" cy="189019"/>
            </a:xfrm>
            <a:custGeom>
              <a:avLst/>
              <a:gdLst/>
              <a:ahLst/>
              <a:cxnLst/>
              <a:rect r="r" b="b" t="t" l="l"/>
              <a:pathLst>
                <a:path h="189019" w="1772049">
                  <a:moveTo>
                    <a:pt x="0" y="0"/>
                  </a:moveTo>
                  <a:lnTo>
                    <a:pt x="1772049" y="0"/>
                  </a:lnTo>
                  <a:lnTo>
                    <a:pt x="1772049" y="189019"/>
                  </a:lnTo>
                  <a:lnTo>
                    <a:pt x="0" y="1890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672" r="0" b="-13267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1772044" cy="198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5"/>
                </a:lnSpc>
              </a:pPr>
              <a:r>
                <a:rPr lang="en-US" sz="1204" b="true">
                  <a:solidFill>
                    <a:srgbClr val="44444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Save address as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91513" y="5845699"/>
            <a:ext cx="798676" cy="346084"/>
            <a:chOff x="0" y="0"/>
            <a:chExt cx="708825" cy="30715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08787" cy="307213"/>
            </a:xfrm>
            <a:custGeom>
              <a:avLst/>
              <a:gdLst/>
              <a:ahLst/>
              <a:cxnLst/>
              <a:rect r="r" b="b" t="t" l="l"/>
              <a:pathLst>
                <a:path h="307213" w="708787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555244" y="0"/>
                  </a:lnTo>
                  <a:cubicBezTo>
                    <a:pt x="640080" y="0"/>
                    <a:pt x="708787" y="68707"/>
                    <a:pt x="708787" y="153543"/>
                  </a:cubicBezTo>
                  <a:cubicBezTo>
                    <a:pt x="708787" y="238379"/>
                    <a:pt x="640080" y="307213"/>
                    <a:pt x="555244" y="307213"/>
                  </a:cubicBezTo>
                  <a:lnTo>
                    <a:pt x="153543" y="307213"/>
                  </a:lnTo>
                  <a:cubicBezTo>
                    <a:pt x="68707" y="307213"/>
                    <a:pt x="0" y="238379"/>
                    <a:pt x="0" y="153543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091513" y="5859007"/>
            <a:ext cx="798676" cy="319468"/>
            <a:chOff x="0" y="0"/>
            <a:chExt cx="708825" cy="28352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08820" cy="283528"/>
            </a:xfrm>
            <a:custGeom>
              <a:avLst/>
              <a:gdLst/>
              <a:ahLst/>
              <a:cxnLst/>
              <a:rect r="r" b="b" t="t" l="l"/>
              <a:pathLst>
                <a:path h="283528" w="708820">
                  <a:moveTo>
                    <a:pt x="0" y="0"/>
                  </a:moveTo>
                  <a:lnTo>
                    <a:pt x="708820" y="0"/>
                  </a:lnTo>
                  <a:lnTo>
                    <a:pt x="708820" y="283528"/>
                  </a:lnTo>
                  <a:lnTo>
                    <a:pt x="0" y="283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0" t="0" r="-1321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708825" cy="283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7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Home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2129779" y="5845699"/>
            <a:ext cx="1011650" cy="346084"/>
            <a:chOff x="0" y="0"/>
            <a:chExt cx="897839" cy="30715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897890" cy="307213"/>
            </a:xfrm>
            <a:custGeom>
              <a:avLst/>
              <a:gdLst/>
              <a:ahLst/>
              <a:cxnLst/>
              <a:rect r="r" b="b" t="t" l="l"/>
              <a:pathLst>
                <a:path h="307213" w="897890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744220" y="0"/>
                  </a:lnTo>
                  <a:cubicBezTo>
                    <a:pt x="829056" y="0"/>
                    <a:pt x="897890" y="68707"/>
                    <a:pt x="897890" y="153543"/>
                  </a:cubicBezTo>
                  <a:cubicBezTo>
                    <a:pt x="897890" y="238379"/>
                    <a:pt x="829056" y="307213"/>
                    <a:pt x="744220" y="307213"/>
                  </a:cubicBezTo>
                  <a:lnTo>
                    <a:pt x="153543" y="307213"/>
                  </a:lnTo>
                  <a:cubicBezTo>
                    <a:pt x="68707" y="307213"/>
                    <a:pt x="0" y="238379"/>
                    <a:pt x="0" y="153543"/>
                  </a:cubicBezTo>
                  <a:close/>
                </a:path>
              </a:pathLst>
            </a:custGeom>
            <a:solidFill>
              <a:srgbClr val="E8F0E0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2129779" y="5859007"/>
            <a:ext cx="1011650" cy="319468"/>
            <a:chOff x="0" y="0"/>
            <a:chExt cx="897839" cy="28352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897839" cy="283528"/>
            </a:xfrm>
            <a:custGeom>
              <a:avLst/>
              <a:gdLst/>
              <a:ahLst/>
              <a:cxnLst/>
              <a:rect r="r" b="b" t="t" l="l"/>
              <a:pathLst>
                <a:path h="283528" w="897839">
                  <a:moveTo>
                    <a:pt x="0" y="0"/>
                  </a:moveTo>
                  <a:lnTo>
                    <a:pt x="897839" y="0"/>
                  </a:lnTo>
                  <a:lnTo>
                    <a:pt x="897839" y="283528"/>
                  </a:lnTo>
                  <a:lnTo>
                    <a:pt x="0" y="283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897839" cy="283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7">
                  <a:solidFill>
                    <a:srgbClr val="2F4F2A"/>
                  </a:solidFill>
                  <a:latin typeface="Inter"/>
                  <a:ea typeface="Inter"/>
                  <a:cs typeface="Inter"/>
                  <a:sym typeface="Inter"/>
                </a:rPr>
                <a:t>Office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3274539" y="5845699"/>
            <a:ext cx="905156" cy="346084"/>
            <a:chOff x="0" y="0"/>
            <a:chExt cx="803326" cy="30715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803275" cy="307213"/>
            </a:xfrm>
            <a:custGeom>
              <a:avLst/>
              <a:gdLst/>
              <a:ahLst/>
              <a:cxnLst/>
              <a:rect r="r" b="b" t="t" l="l"/>
              <a:pathLst>
                <a:path h="307213" w="803275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49732" y="0"/>
                  </a:lnTo>
                  <a:cubicBezTo>
                    <a:pt x="734568" y="0"/>
                    <a:pt x="803275" y="68707"/>
                    <a:pt x="803275" y="153543"/>
                  </a:cubicBezTo>
                  <a:cubicBezTo>
                    <a:pt x="803275" y="238379"/>
                    <a:pt x="734568" y="307213"/>
                    <a:pt x="649732" y="307213"/>
                  </a:cubicBezTo>
                  <a:lnTo>
                    <a:pt x="153543" y="307213"/>
                  </a:lnTo>
                  <a:cubicBezTo>
                    <a:pt x="68707" y="307213"/>
                    <a:pt x="0" y="238379"/>
                    <a:pt x="0" y="153543"/>
                  </a:cubicBezTo>
                  <a:close/>
                </a:path>
              </a:pathLst>
            </a:custGeom>
            <a:solidFill>
              <a:srgbClr val="E8F0E0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3274539" y="5859007"/>
            <a:ext cx="905156" cy="319468"/>
            <a:chOff x="0" y="0"/>
            <a:chExt cx="803326" cy="28352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803329" cy="283528"/>
            </a:xfrm>
            <a:custGeom>
              <a:avLst/>
              <a:gdLst/>
              <a:ahLst/>
              <a:cxnLst/>
              <a:rect r="r" b="b" t="t" l="l"/>
              <a:pathLst>
                <a:path h="283528" w="803329">
                  <a:moveTo>
                    <a:pt x="0" y="0"/>
                  </a:moveTo>
                  <a:lnTo>
                    <a:pt x="803329" y="0"/>
                  </a:lnTo>
                  <a:lnTo>
                    <a:pt x="803329" y="283528"/>
                  </a:lnTo>
                  <a:lnTo>
                    <a:pt x="0" y="283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0"/>
              <a:ext cx="803326" cy="283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7">
                  <a:solidFill>
                    <a:srgbClr val="2F4F2A"/>
                  </a:solidFill>
                  <a:latin typeface="Inter"/>
                  <a:ea typeface="Inter"/>
                  <a:cs typeface="Inter"/>
                  <a:sym typeface="Inter"/>
                </a:rPr>
                <a:t>Other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7454249" y="5872330"/>
            <a:ext cx="4232957" cy="292851"/>
            <a:chOff x="0" y="0"/>
            <a:chExt cx="3756749" cy="259906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756743" cy="259900"/>
            </a:xfrm>
            <a:custGeom>
              <a:avLst/>
              <a:gdLst/>
              <a:ahLst/>
              <a:cxnLst/>
              <a:rect r="r" b="b" t="t" l="l"/>
              <a:pathLst>
                <a:path h="259900" w="3756743">
                  <a:moveTo>
                    <a:pt x="0" y="0"/>
                  </a:moveTo>
                  <a:lnTo>
                    <a:pt x="3756743" y="0"/>
                  </a:lnTo>
                  <a:lnTo>
                    <a:pt x="3756743" y="259900"/>
                  </a:lnTo>
                  <a:lnTo>
                    <a:pt x="0" y="259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647" r="0" b="-231649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0"/>
              <a:ext cx="3756749" cy="259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08"/>
                </a:lnSpc>
              </a:pPr>
              <a:r>
                <a:rPr lang="en-US" sz="1257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+ Add delivery instructions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791521" y="6530726"/>
            <a:ext cx="11195690" cy="3169061"/>
            <a:chOff x="0" y="0"/>
            <a:chExt cx="9936175" cy="281254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9936226" cy="2812542"/>
            </a:xfrm>
            <a:custGeom>
              <a:avLst/>
              <a:gdLst/>
              <a:ahLst/>
              <a:cxnLst/>
              <a:rect r="r" b="b" t="t" l="l"/>
              <a:pathLst>
                <a:path h="2812542" w="9936226">
                  <a:moveTo>
                    <a:pt x="0" y="71247"/>
                  </a:moveTo>
                  <a:cubicBezTo>
                    <a:pt x="0" y="31877"/>
                    <a:pt x="31877" y="0"/>
                    <a:pt x="71247" y="0"/>
                  </a:cubicBezTo>
                  <a:lnTo>
                    <a:pt x="9864979" y="0"/>
                  </a:lnTo>
                  <a:cubicBezTo>
                    <a:pt x="9904349" y="0"/>
                    <a:pt x="9936226" y="31877"/>
                    <a:pt x="9936226" y="71247"/>
                  </a:cubicBezTo>
                  <a:lnTo>
                    <a:pt x="9936226" y="2741295"/>
                  </a:lnTo>
                  <a:cubicBezTo>
                    <a:pt x="9936226" y="2780665"/>
                    <a:pt x="9904349" y="2812542"/>
                    <a:pt x="9864979" y="2812542"/>
                  </a:cubicBezTo>
                  <a:lnTo>
                    <a:pt x="71247" y="2812542"/>
                  </a:lnTo>
                  <a:cubicBezTo>
                    <a:pt x="31877" y="2812542"/>
                    <a:pt x="0" y="2780665"/>
                    <a:pt x="0" y="274129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8E8E8"/>
              </a:solidFill>
              <a:prstDash val="solid"/>
              <a:miter/>
            </a:ln>
          </p:spPr>
        </p:sp>
      </p:grpSp>
      <p:grpSp>
        <p:nvGrpSpPr>
          <p:cNvPr name="Group 133" id="133"/>
          <p:cNvGrpSpPr/>
          <p:nvPr/>
        </p:nvGrpSpPr>
        <p:grpSpPr>
          <a:xfrm rot="0">
            <a:off x="1091513" y="6684300"/>
            <a:ext cx="5324470" cy="346084"/>
            <a:chOff x="0" y="0"/>
            <a:chExt cx="4725467" cy="30715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4725463" cy="307155"/>
            </a:xfrm>
            <a:custGeom>
              <a:avLst/>
              <a:gdLst/>
              <a:ahLst/>
              <a:cxnLst/>
              <a:rect r="r" b="b" t="t" l="l"/>
              <a:pathLst>
                <a:path h="307155" w="4725463">
                  <a:moveTo>
                    <a:pt x="0" y="0"/>
                  </a:moveTo>
                  <a:lnTo>
                    <a:pt x="4725463" y="0"/>
                  </a:lnTo>
                  <a:lnTo>
                    <a:pt x="4725463" y="307155"/>
                  </a:lnTo>
                  <a:lnTo>
                    <a:pt x="0" y="3071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771" r="0" b="-249769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0"/>
              <a:ext cx="4725467" cy="307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4"/>
                </a:lnSpc>
              </a:pPr>
              <a:r>
                <a:rPr lang="en-US" sz="1886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Payment Method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077203" y="7109260"/>
            <a:ext cx="5193348" cy="774049"/>
            <a:chOff x="0" y="0"/>
            <a:chExt cx="4609097" cy="68696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4609084" cy="686943"/>
            </a:xfrm>
            <a:custGeom>
              <a:avLst/>
              <a:gdLst/>
              <a:ahLst/>
              <a:cxnLst/>
              <a:rect r="r" b="b" t="t" l="l"/>
              <a:pathLst>
                <a:path h="686943" w="4609084">
                  <a:moveTo>
                    <a:pt x="0" y="61341"/>
                  </a:moveTo>
                  <a:cubicBezTo>
                    <a:pt x="0" y="27432"/>
                    <a:pt x="27432" y="0"/>
                    <a:pt x="61341" y="0"/>
                  </a:cubicBezTo>
                  <a:lnTo>
                    <a:pt x="4547743" y="0"/>
                  </a:lnTo>
                  <a:cubicBezTo>
                    <a:pt x="4581652" y="0"/>
                    <a:pt x="4609084" y="27432"/>
                    <a:pt x="4609084" y="61341"/>
                  </a:cubicBezTo>
                  <a:lnTo>
                    <a:pt x="4609084" y="625602"/>
                  </a:lnTo>
                  <a:cubicBezTo>
                    <a:pt x="4609084" y="659511"/>
                    <a:pt x="4581652" y="686943"/>
                    <a:pt x="4547743" y="686943"/>
                  </a:cubicBezTo>
                  <a:lnTo>
                    <a:pt x="61341" y="686943"/>
                  </a:lnTo>
                  <a:cubicBezTo>
                    <a:pt x="27432" y="686943"/>
                    <a:pt x="0" y="659511"/>
                    <a:pt x="0" y="625602"/>
                  </a:cubicBezTo>
                  <a:close/>
                </a:path>
              </a:pathLst>
            </a:custGeom>
            <a:solidFill>
              <a:srgbClr val="EEF6EC"/>
            </a:solidFill>
            <a:ln w="28575" cap="sq">
              <a:solidFill>
                <a:srgbClr val="5A9A50"/>
              </a:solidFill>
              <a:prstDash val="solid"/>
              <a:miter/>
            </a:ln>
          </p:spPr>
        </p:sp>
      </p:grpSp>
      <p:grpSp>
        <p:nvGrpSpPr>
          <p:cNvPr name="Group 138" id="138"/>
          <p:cNvGrpSpPr/>
          <p:nvPr/>
        </p:nvGrpSpPr>
        <p:grpSpPr>
          <a:xfrm rot="0">
            <a:off x="1263561" y="7362172"/>
            <a:ext cx="268224" cy="268224"/>
            <a:chOff x="0" y="0"/>
            <a:chExt cx="238049" cy="238049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340"/>
                    <a:pt x="53340" y="0"/>
                    <a:pt x="118999" y="0"/>
                  </a:cubicBezTo>
                  <a:cubicBezTo>
                    <a:pt x="184658" y="0"/>
                    <a:pt x="237998" y="53340"/>
                    <a:pt x="237998" y="118999"/>
                  </a:cubicBezTo>
                  <a:cubicBezTo>
                    <a:pt x="237998" y="184658"/>
                    <a:pt x="184658" y="237998"/>
                    <a:pt x="118999" y="237998"/>
                  </a:cubicBezTo>
                  <a:cubicBezTo>
                    <a:pt x="53340" y="237998"/>
                    <a:pt x="0" y="184785"/>
                    <a:pt x="0" y="118999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5A9A50"/>
              </a:solidFill>
              <a:prstDash val="solid"/>
              <a:miter/>
            </a:ln>
          </p:spPr>
        </p:sp>
      </p:grpSp>
      <p:grpSp>
        <p:nvGrpSpPr>
          <p:cNvPr name="Group 140" id="140"/>
          <p:cNvGrpSpPr/>
          <p:nvPr/>
        </p:nvGrpSpPr>
        <p:grpSpPr>
          <a:xfrm rot="0">
            <a:off x="1344426" y="7443037"/>
            <a:ext cx="106494" cy="106494"/>
            <a:chOff x="0" y="0"/>
            <a:chExt cx="94513" cy="94513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94488" cy="94488"/>
            </a:xfrm>
            <a:custGeom>
              <a:avLst/>
              <a:gdLst/>
              <a:ahLst/>
              <a:cxnLst/>
              <a:rect r="r" b="b" t="t" l="l"/>
              <a:pathLst>
                <a:path h="94488" w="94488">
                  <a:moveTo>
                    <a:pt x="0" y="47244"/>
                  </a:moveTo>
                  <a:cubicBezTo>
                    <a:pt x="0" y="21209"/>
                    <a:pt x="21209" y="0"/>
                    <a:pt x="47244" y="0"/>
                  </a:cubicBezTo>
                  <a:cubicBezTo>
                    <a:pt x="73279" y="0"/>
                    <a:pt x="94488" y="21209"/>
                    <a:pt x="94488" y="47244"/>
                  </a:cubicBezTo>
                  <a:cubicBezTo>
                    <a:pt x="94488" y="73279"/>
                    <a:pt x="73406" y="94488"/>
                    <a:pt x="47244" y="94488"/>
                  </a:cubicBezTo>
                  <a:cubicBezTo>
                    <a:pt x="21082" y="94488"/>
                    <a:pt x="0" y="73406"/>
                    <a:pt x="0" y="47244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677201" y="7243372"/>
            <a:ext cx="4366067" cy="266221"/>
            <a:chOff x="0" y="0"/>
            <a:chExt cx="3874884" cy="236271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3874880" cy="236273"/>
            </a:xfrm>
            <a:custGeom>
              <a:avLst/>
              <a:gdLst/>
              <a:ahLst/>
              <a:cxnLst/>
              <a:rect r="r" b="b" t="t" l="l"/>
              <a:pathLst>
                <a:path h="236273" w="3874880">
                  <a:moveTo>
                    <a:pt x="0" y="0"/>
                  </a:moveTo>
                  <a:lnTo>
                    <a:pt x="3874880" y="0"/>
                  </a:lnTo>
                  <a:lnTo>
                    <a:pt x="3874880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555" r="0" b="-269554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0"/>
              <a:ext cx="3874884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1"/>
                </a:lnSpc>
              </a:pPr>
              <a:r>
                <a:rPr lang="en-US" sz="1467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Cash on Delivery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677201" y="7536223"/>
            <a:ext cx="4366067" cy="212974"/>
            <a:chOff x="0" y="0"/>
            <a:chExt cx="3874884" cy="189014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3874880" cy="189019"/>
            </a:xfrm>
            <a:custGeom>
              <a:avLst/>
              <a:gdLst/>
              <a:ahLst/>
              <a:cxnLst/>
              <a:rect r="r" b="b" t="t" l="l"/>
              <a:pathLst>
                <a:path h="189019" w="3874880">
                  <a:moveTo>
                    <a:pt x="0" y="0"/>
                  </a:moveTo>
                  <a:lnTo>
                    <a:pt x="3874880" y="0"/>
                  </a:lnTo>
                  <a:lnTo>
                    <a:pt x="3874880" y="189019"/>
                  </a:lnTo>
                  <a:lnTo>
                    <a:pt x="0" y="1890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4" r="0" b="-349442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0"/>
              <a:ext cx="3874884" cy="189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82"/>
                </a:lnSpc>
              </a:pPr>
              <a:r>
                <a:rPr lang="en-US" sz="1152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Pay in cash when your order arrives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6515322" y="7116415"/>
            <a:ext cx="5179039" cy="759739"/>
            <a:chOff x="0" y="0"/>
            <a:chExt cx="4596397" cy="67426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4596384" cy="674243"/>
            </a:xfrm>
            <a:custGeom>
              <a:avLst/>
              <a:gdLst/>
              <a:ahLst/>
              <a:cxnLst/>
              <a:rect r="r" b="b" t="t" l="l"/>
              <a:pathLst>
                <a:path h="674243" w="4596384">
                  <a:moveTo>
                    <a:pt x="0" y="60198"/>
                  </a:moveTo>
                  <a:cubicBezTo>
                    <a:pt x="0" y="26924"/>
                    <a:pt x="26924" y="0"/>
                    <a:pt x="60198" y="0"/>
                  </a:cubicBezTo>
                  <a:lnTo>
                    <a:pt x="4536186" y="0"/>
                  </a:lnTo>
                  <a:cubicBezTo>
                    <a:pt x="4569460" y="0"/>
                    <a:pt x="4596384" y="26924"/>
                    <a:pt x="4596384" y="60198"/>
                  </a:cubicBezTo>
                  <a:lnTo>
                    <a:pt x="4596384" y="614045"/>
                  </a:lnTo>
                  <a:cubicBezTo>
                    <a:pt x="4596384" y="647319"/>
                    <a:pt x="4569460" y="674243"/>
                    <a:pt x="4536186" y="674243"/>
                  </a:cubicBezTo>
                  <a:lnTo>
                    <a:pt x="60198" y="674243"/>
                  </a:lnTo>
                  <a:cubicBezTo>
                    <a:pt x="26924" y="674243"/>
                    <a:pt x="0" y="647319"/>
                    <a:pt x="0" y="61404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5D5D5"/>
              </a:solidFill>
              <a:prstDash val="solid"/>
              <a:miter/>
            </a:ln>
          </p:spPr>
        </p:sp>
      </p:grpSp>
      <p:grpSp>
        <p:nvGrpSpPr>
          <p:cNvPr name="Group 150" id="150"/>
          <p:cNvGrpSpPr/>
          <p:nvPr/>
        </p:nvGrpSpPr>
        <p:grpSpPr>
          <a:xfrm rot="0">
            <a:off x="6694524" y="7362172"/>
            <a:ext cx="268224" cy="268224"/>
            <a:chOff x="0" y="0"/>
            <a:chExt cx="238049" cy="238049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340"/>
                    <a:pt x="53340" y="0"/>
                    <a:pt x="118999" y="0"/>
                  </a:cubicBezTo>
                  <a:cubicBezTo>
                    <a:pt x="184658" y="0"/>
                    <a:pt x="237998" y="53340"/>
                    <a:pt x="237998" y="118999"/>
                  </a:cubicBezTo>
                  <a:cubicBezTo>
                    <a:pt x="237998" y="184658"/>
                    <a:pt x="184658" y="237998"/>
                    <a:pt x="118999" y="237998"/>
                  </a:cubicBezTo>
                  <a:cubicBezTo>
                    <a:pt x="53340" y="237998"/>
                    <a:pt x="0" y="184785"/>
                    <a:pt x="0" y="118999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AAAAAA"/>
              </a:solidFill>
              <a:prstDash val="solid"/>
              <a:miter/>
            </a:ln>
          </p:spPr>
        </p:sp>
      </p:grpSp>
      <p:grpSp>
        <p:nvGrpSpPr>
          <p:cNvPr name="Group 152" id="152"/>
          <p:cNvGrpSpPr/>
          <p:nvPr/>
        </p:nvGrpSpPr>
        <p:grpSpPr>
          <a:xfrm rot="0">
            <a:off x="7108165" y="7243372"/>
            <a:ext cx="4366067" cy="266221"/>
            <a:chOff x="0" y="0"/>
            <a:chExt cx="3874884" cy="236271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3874880" cy="236273"/>
            </a:xfrm>
            <a:custGeom>
              <a:avLst/>
              <a:gdLst/>
              <a:ahLst/>
              <a:cxnLst/>
              <a:rect r="r" b="b" t="t" l="l"/>
              <a:pathLst>
                <a:path h="236273" w="3874880">
                  <a:moveTo>
                    <a:pt x="0" y="0"/>
                  </a:moveTo>
                  <a:lnTo>
                    <a:pt x="3874880" y="0"/>
                  </a:lnTo>
                  <a:lnTo>
                    <a:pt x="3874880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555" r="0" b="-269554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0"/>
              <a:ext cx="3874884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1"/>
                </a:lnSpc>
              </a:pPr>
              <a:r>
                <a:rPr lang="en-US" sz="1467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Credit / Debit Card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7108165" y="7536223"/>
            <a:ext cx="4366067" cy="212974"/>
            <a:chOff x="0" y="0"/>
            <a:chExt cx="3874884" cy="189014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3874880" cy="189019"/>
            </a:xfrm>
            <a:custGeom>
              <a:avLst/>
              <a:gdLst/>
              <a:ahLst/>
              <a:cxnLst/>
              <a:rect r="r" b="b" t="t" l="l"/>
              <a:pathLst>
                <a:path h="189019" w="3874880">
                  <a:moveTo>
                    <a:pt x="0" y="0"/>
                  </a:moveTo>
                  <a:lnTo>
                    <a:pt x="3874880" y="0"/>
                  </a:lnTo>
                  <a:lnTo>
                    <a:pt x="3874880" y="189019"/>
                  </a:lnTo>
                  <a:lnTo>
                    <a:pt x="0" y="1890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4" r="0" b="-349442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3874884" cy="189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82"/>
                </a:lnSpc>
              </a:pPr>
              <a:r>
                <a:rPr lang="en-US" sz="1152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Visa, Mastercard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084358" y="7994954"/>
            <a:ext cx="5179039" cy="759739"/>
            <a:chOff x="0" y="0"/>
            <a:chExt cx="4596397" cy="67426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596384" cy="674243"/>
            </a:xfrm>
            <a:custGeom>
              <a:avLst/>
              <a:gdLst/>
              <a:ahLst/>
              <a:cxnLst/>
              <a:rect r="r" b="b" t="t" l="l"/>
              <a:pathLst>
                <a:path h="674243" w="4596384">
                  <a:moveTo>
                    <a:pt x="0" y="60198"/>
                  </a:moveTo>
                  <a:cubicBezTo>
                    <a:pt x="0" y="26924"/>
                    <a:pt x="26924" y="0"/>
                    <a:pt x="60198" y="0"/>
                  </a:cubicBezTo>
                  <a:lnTo>
                    <a:pt x="4536186" y="0"/>
                  </a:lnTo>
                  <a:cubicBezTo>
                    <a:pt x="4569460" y="0"/>
                    <a:pt x="4596384" y="26924"/>
                    <a:pt x="4596384" y="60198"/>
                  </a:cubicBezTo>
                  <a:lnTo>
                    <a:pt x="4596384" y="614045"/>
                  </a:lnTo>
                  <a:cubicBezTo>
                    <a:pt x="4596384" y="647319"/>
                    <a:pt x="4569460" y="674243"/>
                    <a:pt x="4536186" y="674243"/>
                  </a:cubicBezTo>
                  <a:lnTo>
                    <a:pt x="60198" y="674243"/>
                  </a:lnTo>
                  <a:cubicBezTo>
                    <a:pt x="26924" y="674243"/>
                    <a:pt x="0" y="647319"/>
                    <a:pt x="0" y="61404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5D5D5"/>
              </a:solidFill>
              <a:prstDash val="solid"/>
              <a:miter/>
            </a:ln>
          </p:spPr>
        </p:sp>
      </p:grpSp>
      <p:grpSp>
        <p:nvGrpSpPr>
          <p:cNvPr name="Group 160" id="160"/>
          <p:cNvGrpSpPr/>
          <p:nvPr/>
        </p:nvGrpSpPr>
        <p:grpSpPr>
          <a:xfrm rot="0">
            <a:off x="1263561" y="8240712"/>
            <a:ext cx="268224" cy="268224"/>
            <a:chOff x="0" y="0"/>
            <a:chExt cx="238049" cy="238049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340"/>
                    <a:pt x="53340" y="0"/>
                    <a:pt x="118999" y="0"/>
                  </a:cubicBezTo>
                  <a:cubicBezTo>
                    <a:pt x="184658" y="0"/>
                    <a:pt x="237998" y="53340"/>
                    <a:pt x="237998" y="118999"/>
                  </a:cubicBezTo>
                  <a:cubicBezTo>
                    <a:pt x="237998" y="184658"/>
                    <a:pt x="184658" y="237998"/>
                    <a:pt x="118999" y="237998"/>
                  </a:cubicBezTo>
                  <a:cubicBezTo>
                    <a:pt x="53340" y="237998"/>
                    <a:pt x="0" y="184785"/>
                    <a:pt x="0" y="118999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AAAAAA"/>
              </a:solidFill>
              <a:prstDash val="solid"/>
              <a:miter/>
            </a:ln>
          </p:spPr>
        </p:sp>
      </p:grpSp>
      <p:grpSp>
        <p:nvGrpSpPr>
          <p:cNvPr name="Group 162" id="162"/>
          <p:cNvGrpSpPr/>
          <p:nvPr/>
        </p:nvGrpSpPr>
        <p:grpSpPr>
          <a:xfrm rot="0">
            <a:off x="1677201" y="8121911"/>
            <a:ext cx="4366067" cy="266221"/>
            <a:chOff x="0" y="0"/>
            <a:chExt cx="3874884" cy="236271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3874880" cy="236273"/>
            </a:xfrm>
            <a:custGeom>
              <a:avLst/>
              <a:gdLst/>
              <a:ahLst/>
              <a:cxnLst/>
              <a:rect r="r" b="b" t="t" l="l"/>
              <a:pathLst>
                <a:path h="236273" w="3874880">
                  <a:moveTo>
                    <a:pt x="0" y="0"/>
                  </a:moveTo>
                  <a:lnTo>
                    <a:pt x="3874880" y="0"/>
                  </a:lnTo>
                  <a:lnTo>
                    <a:pt x="3874880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555" r="0" b="-269554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0"/>
              <a:ext cx="3874884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1"/>
                </a:lnSpc>
              </a:pPr>
              <a:r>
                <a:rPr lang="en-US" sz="1467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JazzCash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677201" y="8414762"/>
            <a:ext cx="4366067" cy="212974"/>
            <a:chOff x="0" y="0"/>
            <a:chExt cx="3874884" cy="189014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3874880" cy="189019"/>
            </a:xfrm>
            <a:custGeom>
              <a:avLst/>
              <a:gdLst/>
              <a:ahLst/>
              <a:cxnLst/>
              <a:rect r="r" b="b" t="t" l="l"/>
              <a:pathLst>
                <a:path h="189019" w="3874880">
                  <a:moveTo>
                    <a:pt x="0" y="0"/>
                  </a:moveTo>
                  <a:lnTo>
                    <a:pt x="3874880" y="0"/>
                  </a:lnTo>
                  <a:lnTo>
                    <a:pt x="3874880" y="189019"/>
                  </a:lnTo>
                  <a:lnTo>
                    <a:pt x="0" y="1890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4" r="0" b="-349442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0"/>
              <a:ext cx="3874884" cy="189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82"/>
                </a:lnSpc>
              </a:pPr>
              <a:r>
                <a:rPr lang="en-US" sz="1152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Pay with your mobile wallet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6515322" y="7994954"/>
            <a:ext cx="5179039" cy="759739"/>
            <a:chOff x="0" y="0"/>
            <a:chExt cx="4596397" cy="674268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4596384" cy="674243"/>
            </a:xfrm>
            <a:custGeom>
              <a:avLst/>
              <a:gdLst/>
              <a:ahLst/>
              <a:cxnLst/>
              <a:rect r="r" b="b" t="t" l="l"/>
              <a:pathLst>
                <a:path h="674243" w="4596384">
                  <a:moveTo>
                    <a:pt x="0" y="60198"/>
                  </a:moveTo>
                  <a:cubicBezTo>
                    <a:pt x="0" y="26924"/>
                    <a:pt x="26924" y="0"/>
                    <a:pt x="60198" y="0"/>
                  </a:cubicBezTo>
                  <a:lnTo>
                    <a:pt x="4536186" y="0"/>
                  </a:lnTo>
                  <a:cubicBezTo>
                    <a:pt x="4569460" y="0"/>
                    <a:pt x="4596384" y="26924"/>
                    <a:pt x="4596384" y="60198"/>
                  </a:cubicBezTo>
                  <a:lnTo>
                    <a:pt x="4596384" y="614045"/>
                  </a:lnTo>
                  <a:cubicBezTo>
                    <a:pt x="4596384" y="647319"/>
                    <a:pt x="4569460" y="674243"/>
                    <a:pt x="4536186" y="674243"/>
                  </a:cubicBezTo>
                  <a:lnTo>
                    <a:pt x="60198" y="674243"/>
                  </a:lnTo>
                  <a:cubicBezTo>
                    <a:pt x="26924" y="674243"/>
                    <a:pt x="0" y="647319"/>
                    <a:pt x="0" y="61404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5D5D5"/>
              </a:solidFill>
              <a:prstDash val="solid"/>
              <a:miter/>
            </a:ln>
          </p:spPr>
        </p:sp>
      </p:grpSp>
      <p:grpSp>
        <p:nvGrpSpPr>
          <p:cNvPr name="Group 170" id="170"/>
          <p:cNvGrpSpPr/>
          <p:nvPr/>
        </p:nvGrpSpPr>
        <p:grpSpPr>
          <a:xfrm rot="0">
            <a:off x="6694524" y="8240712"/>
            <a:ext cx="268224" cy="268224"/>
            <a:chOff x="0" y="0"/>
            <a:chExt cx="238049" cy="238049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340"/>
                    <a:pt x="53340" y="0"/>
                    <a:pt x="118999" y="0"/>
                  </a:cubicBezTo>
                  <a:cubicBezTo>
                    <a:pt x="184658" y="0"/>
                    <a:pt x="237998" y="53340"/>
                    <a:pt x="237998" y="118999"/>
                  </a:cubicBezTo>
                  <a:cubicBezTo>
                    <a:pt x="237998" y="184658"/>
                    <a:pt x="184658" y="237998"/>
                    <a:pt x="118999" y="237998"/>
                  </a:cubicBezTo>
                  <a:cubicBezTo>
                    <a:pt x="53340" y="237998"/>
                    <a:pt x="0" y="184785"/>
                    <a:pt x="0" y="118999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AAAAAA"/>
              </a:solidFill>
              <a:prstDash val="solid"/>
              <a:miter/>
            </a:ln>
          </p:spPr>
        </p:sp>
      </p:grpSp>
      <p:grpSp>
        <p:nvGrpSpPr>
          <p:cNvPr name="Group 172" id="172"/>
          <p:cNvGrpSpPr/>
          <p:nvPr/>
        </p:nvGrpSpPr>
        <p:grpSpPr>
          <a:xfrm rot="0">
            <a:off x="7108165" y="8121911"/>
            <a:ext cx="4366067" cy="266221"/>
            <a:chOff x="0" y="0"/>
            <a:chExt cx="3874884" cy="236271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3874880" cy="236273"/>
            </a:xfrm>
            <a:custGeom>
              <a:avLst/>
              <a:gdLst/>
              <a:ahLst/>
              <a:cxnLst/>
              <a:rect r="r" b="b" t="t" l="l"/>
              <a:pathLst>
                <a:path h="236273" w="3874880">
                  <a:moveTo>
                    <a:pt x="0" y="0"/>
                  </a:moveTo>
                  <a:lnTo>
                    <a:pt x="3874880" y="0"/>
                  </a:lnTo>
                  <a:lnTo>
                    <a:pt x="3874880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555" r="0" b="-269554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0"/>
              <a:ext cx="3874884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1"/>
                </a:lnSpc>
              </a:pPr>
              <a:r>
                <a:rPr lang="en-US" sz="1467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Easypaisa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7108165" y="8414762"/>
            <a:ext cx="4366067" cy="212974"/>
            <a:chOff x="0" y="0"/>
            <a:chExt cx="3874884" cy="189014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3874880" cy="189019"/>
            </a:xfrm>
            <a:custGeom>
              <a:avLst/>
              <a:gdLst/>
              <a:ahLst/>
              <a:cxnLst/>
              <a:rect r="r" b="b" t="t" l="l"/>
              <a:pathLst>
                <a:path h="189019" w="3874880">
                  <a:moveTo>
                    <a:pt x="0" y="0"/>
                  </a:moveTo>
                  <a:lnTo>
                    <a:pt x="3874880" y="0"/>
                  </a:lnTo>
                  <a:lnTo>
                    <a:pt x="3874880" y="189019"/>
                  </a:lnTo>
                  <a:lnTo>
                    <a:pt x="0" y="1890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4" r="0" b="-349442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0"/>
              <a:ext cx="3874884" cy="189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82"/>
                </a:lnSpc>
              </a:pPr>
              <a:r>
                <a:rPr lang="en-US" sz="1152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Pay with your mobile wallet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1091513" y="9120253"/>
            <a:ext cx="10595692" cy="266221"/>
            <a:chOff x="0" y="0"/>
            <a:chExt cx="9403677" cy="236271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9403672" cy="236273"/>
            </a:xfrm>
            <a:custGeom>
              <a:avLst/>
              <a:gdLst/>
              <a:ahLst/>
              <a:cxnLst/>
              <a:rect r="r" b="b" t="t" l="l"/>
              <a:pathLst>
                <a:path h="236273" w="9403672">
                  <a:moveTo>
                    <a:pt x="0" y="0"/>
                  </a:moveTo>
                  <a:lnTo>
                    <a:pt x="9403672" y="0"/>
                  </a:lnTo>
                  <a:lnTo>
                    <a:pt x="9403672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5504" r="0" b="-725503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9525"/>
              <a:ext cx="9403677" cy="245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5"/>
                </a:lnSpc>
              </a:pPr>
              <a:r>
                <a:rPr lang="en-US" sz="1204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You will pay Rs. 4,710 in cash to the rider on delivery. Please keep exact change ready.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12505343" y="2231229"/>
            <a:ext cx="5019312" cy="7468559"/>
            <a:chOff x="0" y="0"/>
            <a:chExt cx="4454639" cy="662834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4454652" cy="6628384"/>
            </a:xfrm>
            <a:custGeom>
              <a:avLst/>
              <a:gdLst/>
              <a:ahLst/>
              <a:cxnLst/>
              <a:rect r="r" b="b" t="t" l="l"/>
              <a:pathLst>
                <a:path h="6628384" w="4454652">
                  <a:moveTo>
                    <a:pt x="0" y="71120"/>
                  </a:moveTo>
                  <a:cubicBezTo>
                    <a:pt x="0" y="31877"/>
                    <a:pt x="31877" y="0"/>
                    <a:pt x="71120" y="0"/>
                  </a:cubicBezTo>
                  <a:lnTo>
                    <a:pt x="4383532" y="0"/>
                  </a:lnTo>
                  <a:cubicBezTo>
                    <a:pt x="4422775" y="0"/>
                    <a:pt x="4454652" y="31877"/>
                    <a:pt x="4454652" y="71120"/>
                  </a:cubicBezTo>
                  <a:lnTo>
                    <a:pt x="4454652" y="6557264"/>
                  </a:lnTo>
                  <a:cubicBezTo>
                    <a:pt x="4454652" y="6596507"/>
                    <a:pt x="4422775" y="6628384"/>
                    <a:pt x="4383532" y="6628384"/>
                  </a:cubicBezTo>
                  <a:lnTo>
                    <a:pt x="71120" y="6628384"/>
                  </a:lnTo>
                  <a:cubicBezTo>
                    <a:pt x="31877" y="6628384"/>
                    <a:pt x="0" y="6596507"/>
                    <a:pt x="0" y="655726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8E8E8"/>
              </a:solidFill>
              <a:prstDash val="solid"/>
              <a:miter/>
            </a:ln>
          </p:spPr>
        </p:sp>
      </p:grpSp>
      <p:grpSp>
        <p:nvGrpSpPr>
          <p:cNvPr name="Group 183" id="183"/>
          <p:cNvGrpSpPr/>
          <p:nvPr/>
        </p:nvGrpSpPr>
        <p:grpSpPr>
          <a:xfrm rot="0">
            <a:off x="12858582" y="2464666"/>
            <a:ext cx="3993352" cy="372715"/>
            <a:chOff x="0" y="0"/>
            <a:chExt cx="3544100" cy="330784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3544097" cy="330783"/>
            </a:xfrm>
            <a:custGeom>
              <a:avLst/>
              <a:gdLst/>
              <a:ahLst/>
              <a:cxnLst/>
              <a:rect r="r" b="b" t="t" l="l"/>
              <a:pathLst>
                <a:path h="330783" w="3544097">
                  <a:moveTo>
                    <a:pt x="0" y="0"/>
                  </a:moveTo>
                  <a:lnTo>
                    <a:pt x="3544097" y="0"/>
                  </a:lnTo>
                  <a:lnTo>
                    <a:pt x="3544097" y="330783"/>
                  </a:lnTo>
                  <a:lnTo>
                    <a:pt x="0" y="3307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0"/>
              <a:ext cx="3544100" cy="3307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0"/>
                </a:lnSpc>
              </a:pPr>
              <a:r>
                <a:rPr lang="en-US" sz="1992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Order Summary</a:t>
              </a:r>
            </a:p>
          </p:txBody>
        </p:sp>
      </p:grpSp>
      <p:sp>
        <p:nvSpPr>
          <p:cNvPr name="AutoShape 186" id="186"/>
          <p:cNvSpPr/>
          <p:nvPr/>
        </p:nvSpPr>
        <p:spPr>
          <a:xfrm rot="11340">
            <a:off x="12851413" y="2963336"/>
            <a:ext cx="4327144" cy="0"/>
          </a:xfrm>
          <a:prstGeom prst="line">
            <a:avLst/>
          </a:prstGeom>
          <a:ln cap="rnd" w="19050">
            <a:solidFill>
              <a:srgbClr val="E3E3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7" id="187"/>
          <p:cNvGrpSpPr/>
          <p:nvPr/>
        </p:nvGrpSpPr>
        <p:grpSpPr>
          <a:xfrm rot="0">
            <a:off x="12858582" y="3183464"/>
            <a:ext cx="2795345" cy="266221"/>
            <a:chOff x="0" y="0"/>
            <a:chExt cx="2480869" cy="236271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2480868" cy="236273"/>
            </a:xfrm>
            <a:custGeom>
              <a:avLst/>
              <a:gdLst/>
              <a:ahLst/>
              <a:cxnLst/>
              <a:rect r="r" b="b" t="t" l="l"/>
              <a:pathLst>
                <a:path h="236273" w="2480868">
                  <a:moveTo>
                    <a:pt x="0" y="0"/>
                  </a:moveTo>
                  <a:lnTo>
                    <a:pt x="2480868" y="0"/>
                  </a:lnTo>
                  <a:lnTo>
                    <a:pt x="2480868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93" r="0" b="-154592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0"/>
              <a:ext cx="2480869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72"/>
                </a:lnSpc>
              </a:pPr>
              <a:r>
                <a:rPr lang="en-US" sz="1310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1×  Chicken Tikka Pizza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15307843" y="3183464"/>
            <a:ext cx="1863559" cy="266221"/>
            <a:chOff x="0" y="0"/>
            <a:chExt cx="1653908" cy="236271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1653912" cy="236273"/>
            </a:xfrm>
            <a:custGeom>
              <a:avLst/>
              <a:gdLst/>
              <a:ahLst/>
              <a:cxnLst/>
              <a:rect r="r" b="b" t="t" l="l"/>
              <a:pathLst>
                <a:path h="236273" w="1653912">
                  <a:moveTo>
                    <a:pt x="0" y="0"/>
                  </a:moveTo>
                  <a:lnTo>
                    <a:pt x="1653912" y="0"/>
                  </a:lnTo>
                  <a:lnTo>
                    <a:pt x="1653912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4"/>
              </a:stretch>
            </a:blipFill>
          </p:spPr>
        </p:sp>
        <p:sp>
          <p:nvSpPr>
            <p:cNvPr name="TextBox 192" id="192"/>
            <p:cNvSpPr txBox="true"/>
            <p:nvPr/>
          </p:nvSpPr>
          <p:spPr>
            <a:xfrm>
              <a:off x="0" y="0"/>
              <a:ext cx="1653908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72"/>
                </a:lnSpc>
              </a:pPr>
              <a:r>
                <a:rPr lang="en-US" sz="1310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Rs. 1,250</a:t>
              </a:r>
            </a:p>
          </p:txBody>
        </p:sp>
      </p:grpSp>
      <p:grpSp>
        <p:nvGrpSpPr>
          <p:cNvPr name="Group 193" id="193"/>
          <p:cNvGrpSpPr/>
          <p:nvPr/>
        </p:nvGrpSpPr>
        <p:grpSpPr>
          <a:xfrm rot="0">
            <a:off x="12858582" y="3556179"/>
            <a:ext cx="2795345" cy="266221"/>
            <a:chOff x="0" y="0"/>
            <a:chExt cx="2480869" cy="236271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2480868" cy="236273"/>
            </a:xfrm>
            <a:custGeom>
              <a:avLst/>
              <a:gdLst/>
              <a:ahLst/>
              <a:cxnLst/>
              <a:rect r="r" b="b" t="t" l="l"/>
              <a:pathLst>
                <a:path h="236273" w="2480868">
                  <a:moveTo>
                    <a:pt x="0" y="0"/>
                  </a:moveTo>
                  <a:lnTo>
                    <a:pt x="2480868" y="0"/>
                  </a:lnTo>
                  <a:lnTo>
                    <a:pt x="2480868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93" r="0" b="-154592"/>
              </a:stretch>
            </a:blipFill>
          </p:spPr>
        </p:sp>
        <p:sp>
          <p:nvSpPr>
            <p:cNvPr name="TextBox 195" id="195"/>
            <p:cNvSpPr txBox="true"/>
            <p:nvPr/>
          </p:nvSpPr>
          <p:spPr>
            <a:xfrm>
              <a:off x="0" y="0"/>
              <a:ext cx="2480869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72"/>
                </a:lnSpc>
              </a:pPr>
              <a:r>
                <a:rPr lang="en-US" sz="1310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2×  Malai Boti</a:t>
              </a:r>
            </a:p>
          </p:txBody>
        </p:sp>
      </p:grpSp>
      <p:grpSp>
        <p:nvGrpSpPr>
          <p:cNvPr name="Group 196" id="196"/>
          <p:cNvGrpSpPr/>
          <p:nvPr/>
        </p:nvGrpSpPr>
        <p:grpSpPr>
          <a:xfrm rot="0">
            <a:off x="15307843" y="3556179"/>
            <a:ext cx="1863559" cy="266221"/>
            <a:chOff x="0" y="0"/>
            <a:chExt cx="1653908" cy="236271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1653912" cy="236273"/>
            </a:xfrm>
            <a:custGeom>
              <a:avLst/>
              <a:gdLst/>
              <a:ahLst/>
              <a:cxnLst/>
              <a:rect r="r" b="b" t="t" l="l"/>
              <a:pathLst>
                <a:path h="236273" w="1653912">
                  <a:moveTo>
                    <a:pt x="0" y="0"/>
                  </a:moveTo>
                  <a:lnTo>
                    <a:pt x="1653912" y="0"/>
                  </a:lnTo>
                  <a:lnTo>
                    <a:pt x="1653912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4"/>
              </a:stretch>
            </a:blip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0"/>
              <a:ext cx="1653908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72"/>
                </a:lnSpc>
              </a:pPr>
              <a:r>
                <a:rPr lang="en-US" sz="1310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Rs. 1,700</a:t>
              </a:r>
            </a:p>
          </p:txBody>
        </p:sp>
      </p:grpSp>
      <p:grpSp>
        <p:nvGrpSpPr>
          <p:cNvPr name="Group 199" id="199"/>
          <p:cNvGrpSpPr/>
          <p:nvPr/>
        </p:nvGrpSpPr>
        <p:grpSpPr>
          <a:xfrm rot="0">
            <a:off x="12858582" y="3928893"/>
            <a:ext cx="2795345" cy="266221"/>
            <a:chOff x="0" y="0"/>
            <a:chExt cx="2480869" cy="236271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2480868" cy="236273"/>
            </a:xfrm>
            <a:custGeom>
              <a:avLst/>
              <a:gdLst/>
              <a:ahLst/>
              <a:cxnLst/>
              <a:rect r="r" b="b" t="t" l="l"/>
              <a:pathLst>
                <a:path h="236273" w="2480868">
                  <a:moveTo>
                    <a:pt x="0" y="0"/>
                  </a:moveTo>
                  <a:lnTo>
                    <a:pt x="2480868" y="0"/>
                  </a:lnTo>
                  <a:lnTo>
                    <a:pt x="2480868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93" r="0" b="-154592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0"/>
              <a:ext cx="2480869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72"/>
                </a:lnSpc>
              </a:pPr>
              <a:r>
                <a:rPr lang="en-US" sz="1310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1×  Chicken Chowmein</a:t>
              </a: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15307843" y="3928893"/>
            <a:ext cx="1863559" cy="266221"/>
            <a:chOff x="0" y="0"/>
            <a:chExt cx="1653908" cy="236271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1653912" cy="236273"/>
            </a:xfrm>
            <a:custGeom>
              <a:avLst/>
              <a:gdLst/>
              <a:ahLst/>
              <a:cxnLst/>
              <a:rect r="r" b="b" t="t" l="l"/>
              <a:pathLst>
                <a:path h="236273" w="1653912">
                  <a:moveTo>
                    <a:pt x="0" y="0"/>
                  </a:moveTo>
                  <a:lnTo>
                    <a:pt x="1653912" y="0"/>
                  </a:lnTo>
                  <a:lnTo>
                    <a:pt x="1653912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4"/>
              </a:stretch>
            </a:blipFill>
          </p:spPr>
        </p:sp>
        <p:sp>
          <p:nvSpPr>
            <p:cNvPr name="TextBox 204" id="204"/>
            <p:cNvSpPr txBox="true"/>
            <p:nvPr/>
          </p:nvSpPr>
          <p:spPr>
            <a:xfrm>
              <a:off x="0" y="0"/>
              <a:ext cx="1653908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72"/>
                </a:lnSpc>
              </a:pPr>
              <a:r>
                <a:rPr lang="en-US" sz="1310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Rs. 620</a:t>
              </a:r>
            </a:p>
          </p:txBody>
        </p:sp>
      </p:grpSp>
      <p:grpSp>
        <p:nvGrpSpPr>
          <p:cNvPr name="Group 205" id="205"/>
          <p:cNvGrpSpPr/>
          <p:nvPr/>
        </p:nvGrpSpPr>
        <p:grpSpPr>
          <a:xfrm rot="0">
            <a:off x="12858582" y="4301608"/>
            <a:ext cx="2795345" cy="266221"/>
            <a:chOff x="0" y="0"/>
            <a:chExt cx="2480869" cy="236271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2480868" cy="236273"/>
            </a:xfrm>
            <a:custGeom>
              <a:avLst/>
              <a:gdLst/>
              <a:ahLst/>
              <a:cxnLst/>
              <a:rect r="r" b="b" t="t" l="l"/>
              <a:pathLst>
                <a:path h="236273" w="2480868">
                  <a:moveTo>
                    <a:pt x="0" y="0"/>
                  </a:moveTo>
                  <a:lnTo>
                    <a:pt x="2480868" y="0"/>
                  </a:lnTo>
                  <a:lnTo>
                    <a:pt x="2480868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93" r="0" b="-154592"/>
              </a:stretch>
            </a:blipFill>
          </p:spPr>
        </p:sp>
        <p:sp>
          <p:nvSpPr>
            <p:cNvPr name="TextBox 207" id="207"/>
            <p:cNvSpPr txBox="true"/>
            <p:nvPr/>
          </p:nvSpPr>
          <p:spPr>
            <a:xfrm>
              <a:off x="0" y="0"/>
              <a:ext cx="2480869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72"/>
                </a:lnSpc>
              </a:pPr>
              <a:r>
                <a:rPr lang="en-US" sz="1310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1×  Tikka Boti Platter</a:t>
              </a:r>
            </a:p>
          </p:txBody>
        </p:sp>
      </p:grpSp>
      <p:grpSp>
        <p:nvGrpSpPr>
          <p:cNvPr name="Group 208" id="208"/>
          <p:cNvGrpSpPr/>
          <p:nvPr/>
        </p:nvGrpSpPr>
        <p:grpSpPr>
          <a:xfrm rot="0">
            <a:off x="15307843" y="4301608"/>
            <a:ext cx="1863559" cy="266221"/>
            <a:chOff x="0" y="0"/>
            <a:chExt cx="1653908" cy="236271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1653912" cy="236273"/>
            </a:xfrm>
            <a:custGeom>
              <a:avLst/>
              <a:gdLst/>
              <a:ahLst/>
              <a:cxnLst/>
              <a:rect r="r" b="b" t="t" l="l"/>
              <a:pathLst>
                <a:path h="236273" w="1653912">
                  <a:moveTo>
                    <a:pt x="0" y="0"/>
                  </a:moveTo>
                  <a:lnTo>
                    <a:pt x="1653912" y="0"/>
                  </a:lnTo>
                  <a:lnTo>
                    <a:pt x="1653912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4"/>
              </a:stretch>
            </a:blipFill>
          </p:spPr>
        </p:sp>
        <p:sp>
          <p:nvSpPr>
            <p:cNvPr name="TextBox 210" id="210"/>
            <p:cNvSpPr txBox="true"/>
            <p:nvPr/>
          </p:nvSpPr>
          <p:spPr>
            <a:xfrm>
              <a:off x="0" y="0"/>
              <a:ext cx="1653908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72"/>
                </a:lnSpc>
              </a:pPr>
              <a:r>
                <a:rPr lang="en-US" sz="1310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Rs. 990</a:t>
              </a:r>
            </a:p>
          </p:txBody>
        </p:sp>
      </p:grpSp>
      <p:sp>
        <p:nvSpPr>
          <p:cNvPr name="AutoShape 211" id="211"/>
          <p:cNvSpPr/>
          <p:nvPr/>
        </p:nvSpPr>
        <p:spPr>
          <a:xfrm rot="11340">
            <a:off x="12851413" y="4906772"/>
            <a:ext cx="4327144" cy="0"/>
          </a:xfrm>
          <a:prstGeom prst="line">
            <a:avLst/>
          </a:prstGeom>
          <a:ln cap="rnd" w="19050">
            <a:solidFill>
              <a:srgbClr val="E3E3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2" id="212"/>
          <p:cNvGrpSpPr/>
          <p:nvPr/>
        </p:nvGrpSpPr>
        <p:grpSpPr>
          <a:xfrm rot="0">
            <a:off x="12858582" y="5126901"/>
            <a:ext cx="2662235" cy="266221"/>
            <a:chOff x="0" y="0"/>
            <a:chExt cx="2362733" cy="236271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2362732" cy="236273"/>
            </a:xfrm>
            <a:custGeom>
              <a:avLst/>
              <a:gdLst/>
              <a:ahLst/>
              <a:cxnLst/>
              <a:rect r="r" b="b" t="t" l="l"/>
              <a:pathLst>
                <a:path h="236273" w="2362732">
                  <a:moveTo>
                    <a:pt x="0" y="0"/>
                  </a:moveTo>
                  <a:lnTo>
                    <a:pt x="2362732" y="0"/>
                  </a:lnTo>
                  <a:lnTo>
                    <a:pt x="2362732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49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2362733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Subtotal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15041608" y="5126901"/>
            <a:ext cx="2129779" cy="266221"/>
            <a:chOff x="0" y="0"/>
            <a:chExt cx="1890179" cy="236271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1890185" cy="236273"/>
            </a:xfrm>
            <a:custGeom>
              <a:avLst/>
              <a:gdLst/>
              <a:ahLst/>
              <a:cxnLst/>
              <a:rect r="r" b="b" t="t" l="l"/>
              <a:pathLst>
                <a:path h="236273" w="1890185">
                  <a:moveTo>
                    <a:pt x="0" y="0"/>
                  </a:moveTo>
                  <a:lnTo>
                    <a:pt x="1890185" y="0"/>
                  </a:lnTo>
                  <a:lnTo>
                    <a:pt x="1890185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0"/>
              <a:ext cx="1890179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35"/>
                </a:lnSpc>
              </a:pPr>
              <a:r>
                <a:rPr lang="en-US" sz="1362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Rs. 4,560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12858582" y="5499615"/>
            <a:ext cx="2662235" cy="266221"/>
            <a:chOff x="0" y="0"/>
            <a:chExt cx="2362733" cy="236271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2362732" cy="236273"/>
            </a:xfrm>
            <a:custGeom>
              <a:avLst/>
              <a:gdLst/>
              <a:ahLst/>
              <a:cxnLst/>
              <a:rect r="r" b="b" t="t" l="l"/>
              <a:pathLst>
                <a:path h="236273" w="2362732">
                  <a:moveTo>
                    <a:pt x="0" y="0"/>
                  </a:moveTo>
                  <a:lnTo>
                    <a:pt x="2362732" y="0"/>
                  </a:lnTo>
                  <a:lnTo>
                    <a:pt x="2362732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49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0"/>
              <a:ext cx="2362733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Delivery fee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15041608" y="5499615"/>
            <a:ext cx="2129779" cy="266221"/>
            <a:chOff x="0" y="0"/>
            <a:chExt cx="1890179" cy="236271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1890185" cy="236273"/>
            </a:xfrm>
            <a:custGeom>
              <a:avLst/>
              <a:gdLst/>
              <a:ahLst/>
              <a:cxnLst/>
              <a:rect r="r" b="b" t="t" l="l"/>
              <a:pathLst>
                <a:path h="236273" w="1890185">
                  <a:moveTo>
                    <a:pt x="0" y="0"/>
                  </a:moveTo>
                  <a:lnTo>
                    <a:pt x="1890185" y="0"/>
                  </a:lnTo>
                  <a:lnTo>
                    <a:pt x="1890185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0"/>
              <a:ext cx="1890179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35"/>
                </a:lnSpc>
              </a:pPr>
              <a:r>
                <a:rPr lang="en-US" sz="1362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Rs. 150</a:t>
              </a:r>
            </a:p>
          </p:txBody>
        </p:sp>
      </p:grpSp>
      <p:grpSp>
        <p:nvGrpSpPr>
          <p:cNvPr name="Group 224" id="224"/>
          <p:cNvGrpSpPr/>
          <p:nvPr/>
        </p:nvGrpSpPr>
        <p:grpSpPr>
          <a:xfrm rot="0">
            <a:off x="12858582" y="5872330"/>
            <a:ext cx="2662235" cy="266221"/>
            <a:chOff x="0" y="0"/>
            <a:chExt cx="2362733" cy="236271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2362732" cy="236273"/>
            </a:xfrm>
            <a:custGeom>
              <a:avLst/>
              <a:gdLst/>
              <a:ahLst/>
              <a:cxnLst/>
              <a:rect r="r" b="b" t="t" l="l"/>
              <a:pathLst>
                <a:path h="236273" w="2362732">
                  <a:moveTo>
                    <a:pt x="0" y="0"/>
                  </a:moveTo>
                  <a:lnTo>
                    <a:pt x="2362732" y="0"/>
                  </a:lnTo>
                  <a:lnTo>
                    <a:pt x="2362732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49"/>
              </a:stretch>
            </a:blip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0"/>
              <a:ext cx="2362733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5"/>
                </a:lnSpc>
              </a:pPr>
              <a:r>
                <a:rPr lang="en-US" sz="1362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Discount</a:t>
              </a:r>
            </a:p>
          </p:txBody>
        </p:sp>
      </p:grpSp>
      <p:grpSp>
        <p:nvGrpSpPr>
          <p:cNvPr name="Group 227" id="227"/>
          <p:cNvGrpSpPr/>
          <p:nvPr/>
        </p:nvGrpSpPr>
        <p:grpSpPr>
          <a:xfrm rot="0">
            <a:off x="15041608" y="5872330"/>
            <a:ext cx="2129779" cy="266221"/>
            <a:chOff x="0" y="0"/>
            <a:chExt cx="1890179" cy="236271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1890185" cy="236273"/>
            </a:xfrm>
            <a:custGeom>
              <a:avLst/>
              <a:gdLst/>
              <a:ahLst/>
              <a:cxnLst/>
              <a:rect r="r" b="b" t="t" l="l"/>
              <a:pathLst>
                <a:path h="236273" w="1890185">
                  <a:moveTo>
                    <a:pt x="0" y="0"/>
                  </a:moveTo>
                  <a:lnTo>
                    <a:pt x="1890185" y="0"/>
                  </a:lnTo>
                  <a:lnTo>
                    <a:pt x="1890185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229" id="229"/>
            <p:cNvSpPr txBox="true"/>
            <p:nvPr/>
          </p:nvSpPr>
          <p:spPr>
            <a:xfrm>
              <a:off x="0" y="0"/>
              <a:ext cx="1890179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35"/>
                </a:lnSpc>
              </a:pPr>
              <a:r>
                <a:rPr lang="en-US" sz="1362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− Rs. 0</a:t>
              </a:r>
            </a:p>
          </p:txBody>
        </p:sp>
      </p:grpSp>
      <p:sp>
        <p:nvSpPr>
          <p:cNvPr name="AutoShape 230" id="230"/>
          <p:cNvSpPr/>
          <p:nvPr/>
        </p:nvSpPr>
        <p:spPr>
          <a:xfrm rot="11340">
            <a:off x="12851413" y="6371000"/>
            <a:ext cx="4327144" cy="0"/>
          </a:xfrm>
          <a:prstGeom prst="line">
            <a:avLst/>
          </a:prstGeom>
          <a:ln cap="rnd" w="19050">
            <a:solidFill>
              <a:srgbClr val="E3E3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1" id="231"/>
          <p:cNvGrpSpPr/>
          <p:nvPr/>
        </p:nvGrpSpPr>
        <p:grpSpPr>
          <a:xfrm rot="0">
            <a:off x="12858582" y="6617745"/>
            <a:ext cx="1996669" cy="372715"/>
            <a:chOff x="0" y="0"/>
            <a:chExt cx="1772044" cy="330784"/>
          </a:xfrm>
        </p:grpSpPr>
        <p:sp>
          <p:nvSpPr>
            <p:cNvPr name="Freeform 232" id="232"/>
            <p:cNvSpPr/>
            <p:nvPr/>
          </p:nvSpPr>
          <p:spPr>
            <a:xfrm flipH="false" flipV="false" rot="0">
              <a:off x="0" y="0"/>
              <a:ext cx="1772049" cy="330783"/>
            </a:xfrm>
            <a:custGeom>
              <a:avLst/>
              <a:gdLst/>
              <a:ahLst/>
              <a:cxnLst/>
              <a:rect r="r" b="b" t="t" l="l"/>
              <a:pathLst>
                <a:path h="330783" w="1772049">
                  <a:moveTo>
                    <a:pt x="0" y="0"/>
                  </a:moveTo>
                  <a:lnTo>
                    <a:pt x="1772049" y="0"/>
                  </a:lnTo>
                  <a:lnTo>
                    <a:pt x="1772049" y="330783"/>
                  </a:lnTo>
                  <a:lnTo>
                    <a:pt x="0" y="3307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83" r="0" b="-54383"/>
              </a:stretch>
            </a:blipFill>
          </p:spPr>
        </p:sp>
        <p:sp>
          <p:nvSpPr>
            <p:cNvPr name="TextBox 233" id="233"/>
            <p:cNvSpPr txBox="true"/>
            <p:nvPr/>
          </p:nvSpPr>
          <p:spPr>
            <a:xfrm>
              <a:off x="0" y="0"/>
              <a:ext cx="1772044" cy="3307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4"/>
                </a:lnSpc>
              </a:pPr>
              <a:r>
                <a:rPr lang="en-US" sz="1886" b="true">
                  <a:solidFill>
                    <a:srgbClr val="2222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Total</a:t>
              </a:r>
            </a:p>
          </p:txBody>
        </p:sp>
      </p:grpSp>
      <p:grpSp>
        <p:nvGrpSpPr>
          <p:cNvPr name="Group 234" id="234"/>
          <p:cNvGrpSpPr/>
          <p:nvPr/>
        </p:nvGrpSpPr>
        <p:grpSpPr>
          <a:xfrm rot="0">
            <a:off x="14509167" y="6617745"/>
            <a:ext cx="2662235" cy="372715"/>
            <a:chOff x="0" y="0"/>
            <a:chExt cx="2362733" cy="330784"/>
          </a:xfrm>
        </p:grpSpPr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2362732" cy="330783"/>
            </a:xfrm>
            <a:custGeom>
              <a:avLst/>
              <a:gdLst/>
              <a:ahLst/>
              <a:cxnLst/>
              <a:rect r="r" b="b" t="t" l="l"/>
              <a:pathLst>
                <a:path h="330783" w="2362732">
                  <a:moveTo>
                    <a:pt x="0" y="0"/>
                  </a:moveTo>
                  <a:lnTo>
                    <a:pt x="2362732" y="0"/>
                  </a:lnTo>
                  <a:lnTo>
                    <a:pt x="2362732" y="330783"/>
                  </a:lnTo>
                  <a:lnTo>
                    <a:pt x="0" y="3307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9"/>
              </a:stretch>
            </a:blipFill>
          </p:spPr>
        </p:sp>
        <p:sp>
          <p:nvSpPr>
            <p:cNvPr name="TextBox 236" id="236"/>
            <p:cNvSpPr txBox="true"/>
            <p:nvPr/>
          </p:nvSpPr>
          <p:spPr>
            <a:xfrm>
              <a:off x="0" y="0"/>
              <a:ext cx="2362733" cy="3307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14"/>
                </a:lnSpc>
              </a:pPr>
              <a:r>
                <a:rPr lang="en-US" sz="2095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Rs. 4,710</a:t>
              </a:r>
            </a:p>
          </p:txBody>
        </p:sp>
      </p:grpSp>
      <p:grpSp>
        <p:nvGrpSpPr>
          <p:cNvPr name="Group 237" id="237"/>
          <p:cNvGrpSpPr/>
          <p:nvPr/>
        </p:nvGrpSpPr>
        <p:grpSpPr>
          <a:xfrm rot="0">
            <a:off x="12858582" y="7256680"/>
            <a:ext cx="4312820" cy="638935"/>
            <a:chOff x="0" y="0"/>
            <a:chExt cx="3827628" cy="567055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3827653" cy="567055"/>
            </a:xfrm>
            <a:custGeom>
              <a:avLst/>
              <a:gdLst/>
              <a:ahLst/>
              <a:cxnLst/>
              <a:rect r="r" b="b" t="t" l="l"/>
              <a:pathLst>
                <a:path h="567055" w="3827653">
                  <a:moveTo>
                    <a:pt x="0" y="59055"/>
                  </a:moveTo>
                  <a:cubicBezTo>
                    <a:pt x="0" y="26416"/>
                    <a:pt x="26416" y="0"/>
                    <a:pt x="59055" y="0"/>
                  </a:cubicBezTo>
                  <a:lnTo>
                    <a:pt x="3768598" y="0"/>
                  </a:lnTo>
                  <a:cubicBezTo>
                    <a:pt x="3801237" y="0"/>
                    <a:pt x="3827653" y="26416"/>
                    <a:pt x="3827653" y="59055"/>
                  </a:cubicBezTo>
                  <a:lnTo>
                    <a:pt x="3827653" y="508000"/>
                  </a:lnTo>
                  <a:cubicBezTo>
                    <a:pt x="3827653" y="540639"/>
                    <a:pt x="3801237" y="567055"/>
                    <a:pt x="3768598" y="567055"/>
                  </a:cubicBezTo>
                  <a:lnTo>
                    <a:pt x="59055" y="567055"/>
                  </a:lnTo>
                  <a:cubicBezTo>
                    <a:pt x="26416" y="567055"/>
                    <a:pt x="0" y="540639"/>
                    <a:pt x="0" y="508000"/>
                  </a:cubicBezTo>
                  <a:close/>
                </a:path>
              </a:pathLst>
            </a:custGeom>
            <a:solidFill>
              <a:srgbClr val="5A9A50"/>
            </a:solidFill>
          </p:spPr>
        </p:sp>
      </p:grpSp>
      <p:grpSp>
        <p:nvGrpSpPr>
          <p:cNvPr name="Group 239" id="239"/>
          <p:cNvGrpSpPr/>
          <p:nvPr/>
        </p:nvGrpSpPr>
        <p:grpSpPr>
          <a:xfrm rot="0">
            <a:off x="12858582" y="7283310"/>
            <a:ext cx="4312820" cy="585688"/>
            <a:chOff x="0" y="0"/>
            <a:chExt cx="3827628" cy="519798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827625" cy="519801"/>
            </a:xfrm>
            <a:custGeom>
              <a:avLst/>
              <a:gdLst/>
              <a:ahLst/>
              <a:cxnLst/>
              <a:rect r="r" b="b" t="t" l="l"/>
              <a:pathLst>
                <a:path h="519801" w="3827625">
                  <a:moveTo>
                    <a:pt x="0" y="0"/>
                  </a:moveTo>
                  <a:lnTo>
                    <a:pt x="3827625" y="0"/>
                  </a:lnTo>
                  <a:lnTo>
                    <a:pt x="3827625" y="519801"/>
                  </a:lnTo>
                  <a:lnTo>
                    <a:pt x="0" y="5198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481" r="0" b="-93480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-9525"/>
              <a:ext cx="3827628" cy="5293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8"/>
                </a:lnSpc>
              </a:pPr>
              <a:r>
                <a:rPr lang="en-US" sz="162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Place Order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12858582" y="8108603"/>
            <a:ext cx="4312820" cy="266221"/>
            <a:chOff x="0" y="0"/>
            <a:chExt cx="3827628" cy="236271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827625" cy="236273"/>
            </a:xfrm>
            <a:custGeom>
              <a:avLst/>
              <a:gdLst/>
              <a:ahLst/>
              <a:cxnLst/>
              <a:rect r="r" b="b" t="t" l="l"/>
              <a:pathLst>
                <a:path h="236273" w="3827625">
                  <a:moveTo>
                    <a:pt x="0" y="0"/>
                  </a:moveTo>
                  <a:lnTo>
                    <a:pt x="3827625" y="0"/>
                  </a:lnTo>
                  <a:lnTo>
                    <a:pt x="3827625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658" r="0" b="-265657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0"/>
              <a:ext cx="3827628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8"/>
                </a:lnSpc>
              </a:pPr>
              <a:r>
                <a:rPr lang="en-US" sz="1257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Estimated delivery: 30–40 min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12858582" y="8720908"/>
            <a:ext cx="4312820" cy="212974"/>
            <a:chOff x="0" y="0"/>
            <a:chExt cx="3827628" cy="189014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3827625" cy="189019"/>
            </a:xfrm>
            <a:custGeom>
              <a:avLst/>
              <a:gdLst/>
              <a:ahLst/>
              <a:cxnLst/>
              <a:rect r="r" b="b" t="t" l="l"/>
              <a:pathLst>
                <a:path h="189019" w="3827625">
                  <a:moveTo>
                    <a:pt x="0" y="0"/>
                  </a:moveTo>
                  <a:lnTo>
                    <a:pt x="3827625" y="0"/>
                  </a:lnTo>
                  <a:lnTo>
                    <a:pt x="3827625" y="189019"/>
                  </a:lnTo>
                  <a:lnTo>
                    <a:pt x="0" y="1890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573" r="0" b="-344570"/>
              </a:stretch>
            </a:blipFill>
          </p:spPr>
        </p:sp>
        <p:sp>
          <p:nvSpPr>
            <p:cNvPr name="TextBox 247" id="247"/>
            <p:cNvSpPr txBox="true"/>
            <p:nvPr/>
          </p:nvSpPr>
          <p:spPr>
            <a:xfrm>
              <a:off x="0" y="-9525"/>
              <a:ext cx="3827628" cy="198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21"/>
                </a:lnSpc>
              </a:pPr>
              <a:r>
                <a:rPr lang="en-US" sz="1101">
                  <a:solidFill>
                    <a:srgbClr val="999999"/>
                  </a:solidFill>
                  <a:latin typeface="Inter"/>
                  <a:ea typeface="Inter"/>
                  <a:cs typeface="Inter"/>
                  <a:sym typeface="Inter"/>
                </a:rPr>
                <a:t>By placing your order, you agree to our</a:t>
              </a:r>
            </a:p>
          </p:txBody>
        </p:sp>
      </p:grpSp>
      <p:grpSp>
        <p:nvGrpSpPr>
          <p:cNvPr name="Group 248" id="248"/>
          <p:cNvGrpSpPr/>
          <p:nvPr/>
        </p:nvGrpSpPr>
        <p:grpSpPr>
          <a:xfrm rot="0">
            <a:off x="12858582" y="8933895"/>
            <a:ext cx="4312820" cy="212974"/>
            <a:chOff x="0" y="0"/>
            <a:chExt cx="3827628" cy="189014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3827625" cy="189019"/>
            </a:xfrm>
            <a:custGeom>
              <a:avLst/>
              <a:gdLst/>
              <a:ahLst/>
              <a:cxnLst/>
              <a:rect r="r" b="b" t="t" l="l"/>
              <a:pathLst>
                <a:path h="189019" w="3827625">
                  <a:moveTo>
                    <a:pt x="0" y="0"/>
                  </a:moveTo>
                  <a:lnTo>
                    <a:pt x="3827625" y="0"/>
                  </a:lnTo>
                  <a:lnTo>
                    <a:pt x="3827625" y="189019"/>
                  </a:lnTo>
                  <a:lnTo>
                    <a:pt x="0" y="1890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573" r="0" b="-344570"/>
              </a:stretch>
            </a:blipFill>
          </p:spPr>
        </p:sp>
        <p:sp>
          <p:nvSpPr>
            <p:cNvPr name="TextBox 250" id="250"/>
            <p:cNvSpPr txBox="true"/>
            <p:nvPr/>
          </p:nvSpPr>
          <p:spPr>
            <a:xfrm>
              <a:off x="0" y="-9525"/>
              <a:ext cx="3827628" cy="198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21"/>
                </a:lnSpc>
              </a:pPr>
              <a:r>
                <a:rPr lang="en-US" sz="1101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Terms &amp; Conditions and Privacy Policy</a:t>
              </a:r>
            </a:p>
          </p:txBody>
        </p:sp>
      </p:grpSp>
      <p:grpSp>
        <p:nvGrpSpPr>
          <p:cNvPr name="Group 251" id="251"/>
          <p:cNvGrpSpPr/>
          <p:nvPr/>
        </p:nvGrpSpPr>
        <p:grpSpPr>
          <a:xfrm rot="0">
            <a:off x="12858582" y="9279979"/>
            <a:ext cx="4312820" cy="266221"/>
            <a:chOff x="0" y="0"/>
            <a:chExt cx="3827628" cy="236271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0" y="0"/>
              <a:ext cx="3827625" cy="236273"/>
            </a:xfrm>
            <a:custGeom>
              <a:avLst/>
              <a:gdLst/>
              <a:ahLst/>
              <a:cxnLst/>
              <a:rect r="r" b="b" t="t" l="l"/>
              <a:pathLst>
                <a:path h="236273" w="3827625">
                  <a:moveTo>
                    <a:pt x="0" y="0"/>
                  </a:moveTo>
                  <a:lnTo>
                    <a:pt x="3827625" y="0"/>
                  </a:lnTo>
                  <a:lnTo>
                    <a:pt x="3827625" y="236273"/>
                  </a:lnTo>
                  <a:lnTo>
                    <a:pt x="0" y="2362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658" r="0" b="-265657"/>
              </a:stretch>
            </a:blipFill>
          </p:spPr>
        </p:sp>
        <p:sp>
          <p:nvSpPr>
            <p:cNvPr name="TextBox 253" id="253"/>
            <p:cNvSpPr txBox="true"/>
            <p:nvPr/>
          </p:nvSpPr>
          <p:spPr>
            <a:xfrm>
              <a:off x="0" y="0"/>
              <a:ext cx="3827628" cy="236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72"/>
                </a:lnSpc>
              </a:pPr>
              <a:r>
                <a:rPr lang="en-US" sz="1310" b="true">
                  <a:solidFill>
                    <a:srgbClr val="5A9A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←  Back to Cart</a:t>
              </a:r>
            </a:p>
          </p:txBody>
        </p:sp>
      </p:grpSp>
      <p:grpSp>
        <p:nvGrpSpPr>
          <p:cNvPr name="Group 254" id="254"/>
          <p:cNvGrpSpPr/>
          <p:nvPr/>
        </p:nvGrpSpPr>
        <p:grpSpPr>
          <a:xfrm rot="0">
            <a:off x="442339" y="344400"/>
            <a:ext cx="622198" cy="622198"/>
            <a:chOff x="0" y="0"/>
            <a:chExt cx="812800" cy="812800"/>
          </a:xfrm>
        </p:grpSpPr>
        <p:sp>
          <p:nvSpPr>
            <p:cNvPr name="Freeform 255" id="2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DAHXtWm_9SU</dc:identifier>
  <dcterms:modified xsi:type="dcterms:W3CDTF">2011-08-01T06:04:30Z</dcterms:modified>
  <cp:revision>1</cp:revision>
</cp:coreProperties>
</file>